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60" r:id="rId6"/>
    <p:sldId id="261" r:id="rId7"/>
    <p:sldId id="264" r:id="rId8"/>
    <p:sldId id="265" r:id="rId9"/>
    <p:sldId id="266" r:id="rId10"/>
    <p:sldId id="262" r:id="rId11"/>
    <p:sldId id="263" r:id="rId12"/>
    <p:sldId id="257" r:id="rId13"/>
    <p:sldId id="258" r:id="rId14"/>
    <p:sldId id="259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F046E2-A39A-44DF-8C5C-C97819D3B78C}" type="doc">
      <dgm:prSet loTypeId="urn:microsoft.com/office/officeart/2005/8/layout/hProcess11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s-CO"/>
        </a:p>
      </dgm:t>
    </dgm:pt>
    <dgm:pt modelId="{C74779D1-1575-4175-80EC-0C01B6FA8368}">
      <dgm:prSet/>
      <dgm:spPr/>
      <dgm:t>
        <a:bodyPr/>
        <a:lstStyle/>
        <a:p>
          <a:r>
            <a:rPr lang="es-CO" b="1"/>
            <a:t>Creación o Instanciación</a:t>
          </a:r>
        </a:p>
      </dgm:t>
    </dgm:pt>
    <dgm:pt modelId="{42A4FA66-B945-4684-8F8B-33DC54736343}" type="parTrans" cxnId="{9ECE8148-1719-4A42-88C2-A1B3484E5995}">
      <dgm:prSet/>
      <dgm:spPr/>
      <dgm:t>
        <a:bodyPr/>
        <a:lstStyle/>
        <a:p>
          <a:endParaRPr lang="es-CO" b="1"/>
        </a:p>
      </dgm:t>
    </dgm:pt>
    <dgm:pt modelId="{E2996C30-4440-4278-BFF8-BECB87D4D7FC}" type="sibTrans" cxnId="{9ECE8148-1719-4A42-88C2-A1B3484E5995}">
      <dgm:prSet/>
      <dgm:spPr/>
      <dgm:t>
        <a:bodyPr/>
        <a:lstStyle/>
        <a:p>
          <a:endParaRPr lang="es-CO" b="1"/>
        </a:p>
      </dgm:t>
    </dgm:pt>
    <dgm:pt modelId="{A5BA38A5-3E47-43EB-86E9-0AE88F2CC397}">
      <dgm:prSet/>
      <dgm:spPr/>
      <dgm:t>
        <a:bodyPr/>
        <a:lstStyle/>
        <a:p>
          <a:r>
            <a:rPr lang="es-CO" b="1"/>
            <a:t>Uso o Existencia</a:t>
          </a:r>
        </a:p>
      </dgm:t>
    </dgm:pt>
    <dgm:pt modelId="{3A918BC7-4691-4A65-9A33-3A73BC001CF9}" type="parTrans" cxnId="{50D1038E-8ABD-4608-A3E6-1846970126AD}">
      <dgm:prSet/>
      <dgm:spPr/>
      <dgm:t>
        <a:bodyPr/>
        <a:lstStyle/>
        <a:p>
          <a:endParaRPr lang="es-CO" b="1"/>
        </a:p>
      </dgm:t>
    </dgm:pt>
    <dgm:pt modelId="{19A48155-942E-474F-A69E-085C9FCBB2E1}" type="sibTrans" cxnId="{50D1038E-8ABD-4608-A3E6-1846970126AD}">
      <dgm:prSet/>
      <dgm:spPr/>
      <dgm:t>
        <a:bodyPr/>
        <a:lstStyle/>
        <a:p>
          <a:endParaRPr lang="es-CO" b="1"/>
        </a:p>
      </dgm:t>
    </dgm:pt>
    <dgm:pt modelId="{F0D1541F-29C0-486D-B925-D79ADBD4EC3B}">
      <dgm:prSet/>
      <dgm:spPr/>
      <dgm:t>
        <a:bodyPr/>
        <a:lstStyle/>
        <a:p>
          <a:r>
            <a:rPr lang="es-CO" b="1"/>
            <a:t>Destrucción</a:t>
          </a:r>
        </a:p>
      </dgm:t>
    </dgm:pt>
    <dgm:pt modelId="{EB0B6BD3-2950-46A3-95CF-D6A101D131D3}" type="parTrans" cxnId="{1A895A7B-0895-477A-AB5A-1961D9F564A8}">
      <dgm:prSet/>
      <dgm:spPr/>
      <dgm:t>
        <a:bodyPr/>
        <a:lstStyle/>
        <a:p>
          <a:endParaRPr lang="es-CO" b="1"/>
        </a:p>
      </dgm:t>
    </dgm:pt>
    <dgm:pt modelId="{F0B7F572-2B30-488C-9F5A-82E408CD955F}" type="sibTrans" cxnId="{1A895A7B-0895-477A-AB5A-1961D9F564A8}">
      <dgm:prSet/>
      <dgm:spPr/>
      <dgm:t>
        <a:bodyPr/>
        <a:lstStyle/>
        <a:p>
          <a:endParaRPr lang="es-CO" b="1"/>
        </a:p>
      </dgm:t>
    </dgm:pt>
    <dgm:pt modelId="{C3701FC2-F53F-4737-AB81-AE8AA000F644}" type="pres">
      <dgm:prSet presAssocID="{5BF046E2-A39A-44DF-8C5C-C97819D3B78C}" presName="Name0" presStyleCnt="0">
        <dgm:presLayoutVars>
          <dgm:dir/>
          <dgm:resizeHandles val="exact"/>
        </dgm:presLayoutVars>
      </dgm:prSet>
      <dgm:spPr/>
    </dgm:pt>
    <dgm:pt modelId="{59A1C0BD-7DCE-42E9-88A5-93FAE986817E}" type="pres">
      <dgm:prSet presAssocID="{5BF046E2-A39A-44DF-8C5C-C97819D3B78C}" presName="arrow" presStyleLbl="bgShp" presStyleIdx="0" presStyleCnt="1"/>
      <dgm:spPr/>
    </dgm:pt>
    <dgm:pt modelId="{77CE2EB1-10CC-496C-946B-C77FE014D0EC}" type="pres">
      <dgm:prSet presAssocID="{5BF046E2-A39A-44DF-8C5C-C97819D3B78C}" presName="points" presStyleCnt="0"/>
      <dgm:spPr/>
    </dgm:pt>
    <dgm:pt modelId="{99486490-6178-44B1-8B26-7D6180B5BD0A}" type="pres">
      <dgm:prSet presAssocID="{C74779D1-1575-4175-80EC-0C01B6FA8368}" presName="compositeA" presStyleCnt="0"/>
      <dgm:spPr/>
    </dgm:pt>
    <dgm:pt modelId="{1B5BEE85-1296-4687-AD00-3F2700725531}" type="pres">
      <dgm:prSet presAssocID="{C74779D1-1575-4175-80EC-0C01B6FA8368}" presName="textA" presStyleLbl="revTx" presStyleIdx="0" presStyleCnt="3">
        <dgm:presLayoutVars>
          <dgm:bulletEnabled val="1"/>
        </dgm:presLayoutVars>
      </dgm:prSet>
      <dgm:spPr/>
    </dgm:pt>
    <dgm:pt modelId="{CB09FE2B-0926-433D-9376-738DE8751BF4}" type="pres">
      <dgm:prSet presAssocID="{C74779D1-1575-4175-80EC-0C01B6FA8368}" presName="circleA" presStyleLbl="node1" presStyleIdx="0" presStyleCnt="3"/>
      <dgm:spPr/>
    </dgm:pt>
    <dgm:pt modelId="{AC194F87-CA92-4855-B3DC-7754DBD6AD91}" type="pres">
      <dgm:prSet presAssocID="{C74779D1-1575-4175-80EC-0C01B6FA8368}" presName="spaceA" presStyleCnt="0"/>
      <dgm:spPr/>
    </dgm:pt>
    <dgm:pt modelId="{BD524CAE-6C53-44E2-9A9E-FCF62AF704D9}" type="pres">
      <dgm:prSet presAssocID="{E2996C30-4440-4278-BFF8-BECB87D4D7FC}" presName="space" presStyleCnt="0"/>
      <dgm:spPr/>
    </dgm:pt>
    <dgm:pt modelId="{D01B312F-C7EB-4207-8FD2-532B9C67BAA7}" type="pres">
      <dgm:prSet presAssocID="{A5BA38A5-3E47-43EB-86E9-0AE88F2CC397}" presName="compositeB" presStyleCnt="0"/>
      <dgm:spPr/>
    </dgm:pt>
    <dgm:pt modelId="{CA822D73-5A14-4296-B142-B2A5F1724C8D}" type="pres">
      <dgm:prSet presAssocID="{A5BA38A5-3E47-43EB-86E9-0AE88F2CC397}" presName="textB" presStyleLbl="revTx" presStyleIdx="1" presStyleCnt="3">
        <dgm:presLayoutVars>
          <dgm:bulletEnabled val="1"/>
        </dgm:presLayoutVars>
      </dgm:prSet>
      <dgm:spPr/>
    </dgm:pt>
    <dgm:pt modelId="{2E0E9100-40AC-4995-9E7E-740354E5BE57}" type="pres">
      <dgm:prSet presAssocID="{A5BA38A5-3E47-43EB-86E9-0AE88F2CC397}" presName="circleB" presStyleLbl="node1" presStyleIdx="1" presStyleCnt="3"/>
      <dgm:spPr/>
    </dgm:pt>
    <dgm:pt modelId="{09B02BF3-89EF-48B4-96F2-40DC836F91F0}" type="pres">
      <dgm:prSet presAssocID="{A5BA38A5-3E47-43EB-86E9-0AE88F2CC397}" presName="spaceB" presStyleCnt="0"/>
      <dgm:spPr/>
    </dgm:pt>
    <dgm:pt modelId="{19A6C242-3167-49CB-B4EC-CC6BB4A69EA0}" type="pres">
      <dgm:prSet presAssocID="{19A48155-942E-474F-A69E-085C9FCBB2E1}" presName="space" presStyleCnt="0"/>
      <dgm:spPr/>
    </dgm:pt>
    <dgm:pt modelId="{415C1803-238F-4A21-9259-4B9E2B1BB765}" type="pres">
      <dgm:prSet presAssocID="{F0D1541F-29C0-486D-B925-D79ADBD4EC3B}" presName="compositeA" presStyleCnt="0"/>
      <dgm:spPr/>
    </dgm:pt>
    <dgm:pt modelId="{C74174A5-5F6F-4AD4-914D-C2415D2CCCDB}" type="pres">
      <dgm:prSet presAssocID="{F0D1541F-29C0-486D-B925-D79ADBD4EC3B}" presName="textA" presStyleLbl="revTx" presStyleIdx="2" presStyleCnt="3">
        <dgm:presLayoutVars>
          <dgm:bulletEnabled val="1"/>
        </dgm:presLayoutVars>
      </dgm:prSet>
      <dgm:spPr/>
    </dgm:pt>
    <dgm:pt modelId="{B9157674-C783-4CB7-A132-6BC3C45CED48}" type="pres">
      <dgm:prSet presAssocID="{F0D1541F-29C0-486D-B925-D79ADBD4EC3B}" presName="circleA" presStyleLbl="node1" presStyleIdx="2" presStyleCnt="3"/>
      <dgm:spPr/>
    </dgm:pt>
    <dgm:pt modelId="{9CF7AE28-DBE2-40E8-9073-2CB9C76D1F1C}" type="pres">
      <dgm:prSet presAssocID="{F0D1541F-29C0-486D-B925-D79ADBD4EC3B}" presName="spaceA" presStyleCnt="0"/>
      <dgm:spPr/>
    </dgm:pt>
  </dgm:ptLst>
  <dgm:cxnLst>
    <dgm:cxn modelId="{9ECE8148-1719-4A42-88C2-A1B3484E5995}" srcId="{5BF046E2-A39A-44DF-8C5C-C97819D3B78C}" destId="{C74779D1-1575-4175-80EC-0C01B6FA8368}" srcOrd="0" destOrd="0" parTransId="{42A4FA66-B945-4684-8F8B-33DC54736343}" sibTransId="{E2996C30-4440-4278-BFF8-BECB87D4D7FC}"/>
    <dgm:cxn modelId="{1A895A7B-0895-477A-AB5A-1961D9F564A8}" srcId="{5BF046E2-A39A-44DF-8C5C-C97819D3B78C}" destId="{F0D1541F-29C0-486D-B925-D79ADBD4EC3B}" srcOrd="2" destOrd="0" parTransId="{EB0B6BD3-2950-46A3-95CF-D6A101D131D3}" sibTransId="{F0B7F572-2B30-488C-9F5A-82E408CD955F}"/>
    <dgm:cxn modelId="{50D1038E-8ABD-4608-A3E6-1846970126AD}" srcId="{5BF046E2-A39A-44DF-8C5C-C97819D3B78C}" destId="{A5BA38A5-3E47-43EB-86E9-0AE88F2CC397}" srcOrd="1" destOrd="0" parTransId="{3A918BC7-4691-4A65-9A33-3A73BC001CF9}" sibTransId="{19A48155-942E-474F-A69E-085C9FCBB2E1}"/>
    <dgm:cxn modelId="{36BC87A3-1685-4BB7-BCAB-16A13457180E}" type="presOf" srcId="{5BF046E2-A39A-44DF-8C5C-C97819D3B78C}" destId="{C3701FC2-F53F-4737-AB81-AE8AA000F644}" srcOrd="0" destOrd="0" presId="urn:microsoft.com/office/officeart/2005/8/layout/hProcess11"/>
    <dgm:cxn modelId="{C5ECEBAD-75FB-4920-AEE8-141E2149823A}" type="presOf" srcId="{A5BA38A5-3E47-43EB-86E9-0AE88F2CC397}" destId="{CA822D73-5A14-4296-B142-B2A5F1724C8D}" srcOrd="0" destOrd="0" presId="urn:microsoft.com/office/officeart/2005/8/layout/hProcess11"/>
    <dgm:cxn modelId="{17924FE4-0978-44E6-8FD7-A67D5BBD1657}" type="presOf" srcId="{C74779D1-1575-4175-80EC-0C01B6FA8368}" destId="{1B5BEE85-1296-4687-AD00-3F2700725531}" srcOrd="0" destOrd="0" presId="urn:microsoft.com/office/officeart/2005/8/layout/hProcess11"/>
    <dgm:cxn modelId="{5E4651EF-F82C-4F3F-9905-166BFC03145F}" type="presOf" srcId="{F0D1541F-29C0-486D-B925-D79ADBD4EC3B}" destId="{C74174A5-5F6F-4AD4-914D-C2415D2CCCDB}" srcOrd="0" destOrd="0" presId="urn:microsoft.com/office/officeart/2005/8/layout/hProcess11"/>
    <dgm:cxn modelId="{ECAD297C-EC6B-411D-88B7-B46BB1E14B49}" type="presParOf" srcId="{C3701FC2-F53F-4737-AB81-AE8AA000F644}" destId="{59A1C0BD-7DCE-42E9-88A5-93FAE986817E}" srcOrd="0" destOrd="0" presId="urn:microsoft.com/office/officeart/2005/8/layout/hProcess11"/>
    <dgm:cxn modelId="{B59C04D6-441E-44E7-BD14-846D8144B55E}" type="presParOf" srcId="{C3701FC2-F53F-4737-AB81-AE8AA000F644}" destId="{77CE2EB1-10CC-496C-946B-C77FE014D0EC}" srcOrd="1" destOrd="0" presId="urn:microsoft.com/office/officeart/2005/8/layout/hProcess11"/>
    <dgm:cxn modelId="{28F045F2-2D21-4103-9D4C-25E21169D2ED}" type="presParOf" srcId="{77CE2EB1-10CC-496C-946B-C77FE014D0EC}" destId="{99486490-6178-44B1-8B26-7D6180B5BD0A}" srcOrd="0" destOrd="0" presId="urn:microsoft.com/office/officeart/2005/8/layout/hProcess11"/>
    <dgm:cxn modelId="{B155E512-25F0-42F0-B37D-3BB7FDBF923C}" type="presParOf" srcId="{99486490-6178-44B1-8B26-7D6180B5BD0A}" destId="{1B5BEE85-1296-4687-AD00-3F2700725531}" srcOrd="0" destOrd="0" presId="urn:microsoft.com/office/officeart/2005/8/layout/hProcess11"/>
    <dgm:cxn modelId="{F497D405-2794-4A7C-ADD0-CC6722EE5194}" type="presParOf" srcId="{99486490-6178-44B1-8B26-7D6180B5BD0A}" destId="{CB09FE2B-0926-433D-9376-738DE8751BF4}" srcOrd="1" destOrd="0" presId="urn:microsoft.com/office/officeart/2005/8/layout/hProcess11"/>
    <dgm:cxn modelId="{89942935-4F49-4010-9A66-1B350D983D27}" type="presParOf" srcId="{99486490-6178-44B1-8B26-7D6180B5BD0A}" destId="{AC194F87-CA92-4855-B3DC-7754DBD6AD91}" srcOrd="2" destOrd="0" presId="urn:microsoft.com/office/officeart/2005/8/layout/hProcess11"/>
    <dgm:cxn modelId="{C3B6A76C-BC3B-41AA-9D95-5B2E48D849DC}" type="presParOf" srcId="{77CE2EB1-10CC-496C-946B-C77FE014D0EC}" destId="{BD524CAE-6C53-44E2-9A9E-FCF62AF704D9}" srcOrd="1" destOrd="0" presId="urn:microsoft.com/office/officeart/2005/8/layout/hProcess11"/>
    <dgm:cxn modelId="{8DD24C1D-0EB5-4338-83FA-44287A9EFE35}" type="presParOf" srcId="{77CE2EB1-10CC-496C-946B-C77FE014D0EC}" destId="{D01B312F-C7EB-4207-8FD2-532B9C67BAA7}" srcOrd="2" destOrd="0" presId="urn:microsoft.com/office/officeart/2005/8/layout/hProcess11"/>
    <dgm:cxn modelId="{BB8541E1-3BD2-414B-9B13-DF72CA858725}" type="presParOf" srcId="{D01B312F-C7EB-4207-8FD2-532B9C67BAA7}" destId="{CA822D73-5A14-4296-B142-B2A5F1724C8D}" srcOrd="0" destOrd="0" presId="urn:microsoft.com/office/officeart/2005/8/layout/hProcess11"/>
    <dgm:cxn modelId="{C09DC519-181E-4DBF-9E71-B3F5969911A2}" type="presParOf" srcId="{D01B312F-C7EB-4207-8FD2-532B9C67BAA7}" destId="{2E0E9100-40AC-4995-9E7E-740354E5BE57}" srcOrd="1" destOrd="0" presId="urn:microsoft.com/office/officeart/2005/8/layout/hProcess11"/>
    <dgm:cxn modelId="{17E00728-9C8A-494B-98D3-3FB6B215FF34}" type="presParOf" srcId="{D01B312F-C7EB-4207-8FD2-532B9C67BAA7}" destId="{09B02BF3-89EF-48B4-96F2-40DC836F91F0}" srcOrd="2" destOrd="0" presId="urn:microsoft.com/office/officeart/2005/8/layout/hProcess11"/>
    <dgm:cxn modelId="{CD1DE21A-428D-45A2-A4E9-68AE9E8E91CB}" type="presParOf" srcId="{77CE2EB1-10CC-496C-946B-C77FE014D0EC}" destId="{19A6C242-3167-49CB-B4EC-CC6BB4A69EA0}" srcOrd="3" destOrd="0" presId="urn:microsoft.com/office/officeart/2005/8/layout/hProcess11"/>
    <dgm:cxn modelId="{AD830422-B99C-467A-9D0B-0E4647E4AE40}" type="presParOf" srcId="{77CE2EB1-10CC-496C-946B-C77FE014D0EC}" destId="{415C1803-238F-4A21-9259-4B9E2B1BB765}" srcOrd="4" destOrd="0" presId="urn:microsoft.com/office/officeart/2005/8/layout/hProcess11"/>
    <dgm:cxn modelId="{3F012715-109B-40CB-9A8D-51804C319F12}" type="presParOf" srcId="{415C1803-238F-4A21-9259-4B9E2B1BB765}" destId="{C74174A5-5F6F-4AD4-914D-C2415D2CCCDB}" srcOrd="0" destOrd="0" presId="urn:microsoft.com/office/officeart/2005/8/layout/hProcess11"/>
    <dgm:cxn modelId="{776CB076-689C-4BFC-8E0A-F5E638254502}" type="presParOf" srcId="{415C1803-238F-4A21-9259-4B9E2B1BB765}" destId="{B9157674-C783-4CB7-A132-6BC3C45CED48}" srcOrd="1" destOrd="0" presId="urn:microsoft.com/office/officeart/2005/8/layout/hProcess11"/>
    <dgm:cxn modelId="{2CE97710-D777-4F4A-A91C-DB339850A883}" type="presParOf" srcId="{415C1803-238F-4A21-9259-4B9E2B1BB765}" destId="{9CF7AE28-DBE2-40E8-9073-2CB9C76D1F1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BAB9D1-580E-40B3-A053-47D24BA92297}" type="doc">
      <dgm:prSet loTypeId="urn:microsoft.com/office/officeart/2009/3/layout/IncreasingArrowsProcess" loCatId="process" qsTypeId="urn:microsoft.com/office/officeart/2009/2/quickstyle/3d8" qsCatId="3D" csTypeId="urn:microsoft.com/office/officeart/2005/8/colors/colorful4" csCatId="colorful"/>
      <dgm:spPr/>
      <dgm:t>
        <a:bodyPr/>
        <a:lstStyle/>
        <a:p>
          <a:endParaRPr lang="es-CO"/>
        </a:p>
      </dgm:t>
    </dgm:pt>
    <dgm:pt modelId="{F38E5E67-77B4-43E8-9C42-4A2F39A593DA}">
      <dgm:prSet/>
      <dgm:spPr/>
      <dgm:t>
        <a:bodyPr/>
        <a:lstStyle/>
        <a:p>
          <a:r>
            <a:rPr lang="es-CO" b="0" i="0" baseline="0"/>
            <a:t>Planificación</a:t>
          </a:r>
          <a:endParaRPr lang="es-CO"/>
        </a:p>
      </dgm:t>
    </dgm:pt>
    <dgm:pt modelId="{C5F2530A-0DB6-4504-9F09-1251789A7DD3}" type="parTrans" cxnId="{EEB89FDA-6737-47D4-854A-111929F7870E}">
      <dgm:prSet/>
      <dgm:spPr/>
      <dgm:t>
        <a:bodyPr/>
        <a:lstStyle/>
        <a:p>
          <a:endParaRPr lang="es-CO"/>
        </a:p>
      </dgm:t>
    </dgm:pt>
    <dgm:pt modelId="{594E915D-D245-49F5-B9F3-67D08C893A5D}" type="sibTrans" cxnId="{EEB89FDA-6737-47D4-854A-111929F7870E}">
      <dgm:prSet/>
      <dgm:spPr/>
      <dgm:t>
        <a:bodyPr/>
        <a:lstStyle/>
        <a:p>
          <a:endParaRPr lang="es-CO"/>
        </a:p>
      </dgm:t>
    </dgm:pt>
    <dgm:pt modelId="{1E6D5452-7258-4FD1-8799-72B24CFC1202}">
      <dgm:prSet/>
      <dgm:spPr/>
      <dgm:t>
        <a:bodyPr/>
        <a:lstStyle/>
        <a:p>
          <a:r>
            <a:rPr lang="es-CO" b="0" i="0" baseline="0"/>
            <a:t>Análisis</a:t>
          </a:r>
          <a:endParaRPr lang="es-CO"/>
        </a:p>
      </dgm:t>
    </dgm:pt>
    <dgm:pt modelId="{2A4D47C8-6702-4E21-92F1-56B2E0508EA3}" type="parTrans" cxnId="{290C1858-A43A-496B-B4C9-99AF47B21E74}">
      <dgm:prSet/>
      <dgm:spPr/>
      <dgm:t>
        <a:bodyPr/>
        <a:lstStyle/>
        <a:p>
          <a:endParaRPr lang="es-CO"/>
        </a:p>
      </dgm:t>
    </dgm:pt>
    <dgm:pt modelId="{4FD6D442-88B1-44C2-8D63-50A2F353C8EF}" type="sibTrans" cxnId="{290C1858-A43A-496B-B4C9-99AF47B21E74}">
      <dgm:prSet/>
      <dgm:spPr/>
      <dgm:t>
        <a:bodyPr/>
        <a:lstStyle/>
        <a:p>
          <a:endParaRPr lang="es-CO"/>
        </a:p>
      </dgm:t>
    </dgm:pt>
    <dgm:pt modelId="{761486CC-4A53-4CCC-897A-B1C3110B5B4D}">
      <dgm:prSet/>
      <dgm:spPr/>
      <dgm:t>
        <a:bodyPr/>
        <a:lstStyle/>
        <a:p>
          <a:r>
            <a:rPr lang="es-CO" b="0" i="0" baseline="0"/>
            <a:t>Diseño</a:t>
          </a:r>
          <a:endParaRPr lang="es-CO"/>
        </a:p>
      </dgm:t>
    </dgm:pt>
    <dgm:pt modelId="{D28DE1B4-31FE-4583-A0B8-40E37E83D9B5}" type="parTrans" cxnId="{4265AED9-25E7-4318-8A1D-03B11B37FA2B}">
      <dgm:prSet/>
      <dgm:spPr/>
      <dgm:t>
        <a:bodyPr/>
        <a:lstStyle/>
        <a:p>
          <a:endParaRPr lang="es-CO"/>
        </a:p>
      </dgm:t>
    </dgm:pt>
    <dgm:pt modelId="{0586B89A-D4C4-4274-BC6C-4FA51BADE963}" type="sibTrans" cxnId="{4265AED9-25E7-4318-8A1D-03B11B37FA2B}">
      <dgm:prSet/>
      <dgm:spPr/>
      <dgm:t>
        <a:bodyPr/>
        <a:lstStyle/>
        <a:p>
          <a:endParaRPr lang="es-CO"/>
        </a:p>
      </dgm:t>
    </dgm:pt>
    <dgm:pt modelId="{356576AD-D674-4F97-9233-AFDCC463E311}">
      <dgm:prSet/>
      <dgm:spPr/>
      <dgm:t>
        <a:bodyPr/>
        <a:lstStyle/>
        <a:p>
          <a:r>
            <a:rPr lang="es-CO" b="0" i="0" baseline="0"/>
            <a:t>Implementación</a:t>
          </a:r>
          <a:endParaRPr lang="es-CO"/>
        </a:p>
      </dgm:t>
    </dgm:pt>
    <dgm:pt modelId="{4F8F2BC6-9316-4613-A325-E7596730FE92}" type="parTrans" cxnId="{9042358E-036E-4906-AA26-F06C854E07CF}">
      <dgm:prSet/>
      <dgm:spPr/>
      <dgm:t>
        <a:bodyPr/>
        <a:lstStyle/>
        <a:p>
          <a:endParaRPr lang="es-CO"/>
        </a:p>
      </dgm:t>
    </dgm:pt>
    <dgm:pt modelId="{361B475A-070C-4710-A674-DCA3C74F8760}" type="sibTrans" cxnId="{9042358E-036E-4906-AA26-F06C854E07CF}">
      <dgm:prSet/>
      <dgm:spPr/>
      <dgm:t>
        <a:bodyPr/>
        <a:lstStyle/>
        <a:p>
          <a:endParaRPr lang="es-CO"/>
        </a:p>
      </dgm:t>
    </dgm:pt>
    <dgm:pt modelId="{B16D9227-3166-4490-9330-81398A4EC078}" type="pres">
      <dgm:prSet presAssocID="{46BAB9D1-580E-40B3-A053-47D24BA92297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26F85F39-2A51-4C7D-A0AF-D348C3BD463B}" type="pres">
      <dgm:prSet presAssocID="{F38E5E67-77B4-43E8-9C42-4A2F39A593DA}" presName="parentText1" presStyleLbl="node1" presStyleIdx="0" presStyleCnt="4">
        <dgm:presLayoutVars>
          <dgm:chMax/>
          <dgm:chPref val="3"/>
          <dgm:bulletEnabled val="1"/>
        </dgm:presLayoutVars>
      </dgm:prSet>
      <dgm:spPr/>
    </dgm:pt>
    <dgm:pt modelId="{8DD6C2CD-FD9A-400C-90B7-CA85ED589A2B}" type="pres">
      <dgm:prSet presAssocID="{1E6D5452-7258-4FD1-8799-72B24CFC1202}" presName="parentText2" presStyleLbl="node1" presStyleIdx="1" presStyleCnt="4">
        <dgm:presLayoutVars>
          <dgm:chMax/>
          <dgm:chPref val="3"/>
          <dgm:bulletEnabled val="1"/>
        </dgm:presLayoutVars>
      </dgm:prSet>
      <dgm:spPr/>
    </dgm:pt>
    <dgm:pt modelId="{0732197C-954E-46C0-80A0-4D438B615519}" type="pres">
      <dgm:prSet presAssocID="{761486CC-4A53-4CCC-897A-B1C3110B5B4D}" presName="parentText3" presStyleLbl="node1" presStyleIdx="2" presStyleCnt="4">
        <dgm:presLayoutVars>
          <dgm:chMax/>
          <dgm:chPref val="3"/>
          <dgm:bulletEnabled val="1"/>
        </dgm:presLayoutVars>
      </dgm:prSet>
      <dgm:spPr/>
    </dgm:pt>
    <dgm:pt modelId="{0AAA4EE9-5648-4E06-BF1D-D63BF035F91B}" type="pres">
      <dgm:prSet presAssocID="{356576AD-D674-4F97-9233-AFDCC463E311}" presName="parentText4" presStyleLbl="node1" presStyleIdx="3" presStyleCnt="4">
        <dgm:presLayoutVars>
          <dgm:chMax/>
          <dgm:chPref val="3"/>
          <dgm:bulletEnabled val="1"/>
        </dgm:presLayoutVars>
      </dgm:prSet>
      <dgm:spPr/>
    </dgm:pt>
  </dgm:ptLst>
  <dgm:cxnLst>
    <dgm:cxn modelId="{EE445544-A5CC-4578-BABE-0D2A3F367D51}" type="presOf" srcId="{46BAB9D1-580E-40B3-A053-47D24BA92297}" destId="{B16D9227-3166-4490-9330-81398A4EC078}" srcOrd="0" destOrd="0" presId="urn:microsoft.com/office/officeart/2009/3/layout/IncreasingArrowsProcess"/>
    <dgm:cxn modelId="{290C1858-A43A-496B-B4C9-99AF47B21E74}" srcId="{46BAB9D1-580E-40B3-A053-47D24BA92297}" destId="{1E6D5452-7258-4FD1-8799-72B24CFC1202}" srcOrd="1" destOrd="0" parTransId="{2A4D47C8-6702-4E21-92F1-56B2E0508EA3}" sibTransId="{4FD6D442-88B1-44C2-8D63-50A2F353C8EF}"/>
    <dgm:cxn modelId="{10257780-74C9-4169-8637-E1B0E91AF069}" type="presOf" srcId="{356576AD-D674-4F97-9233-AFDCC463E311}" destId="{0AAA4EE9-5648-4E06-BF1D-D63BF035F91B}" srcOrd="0" destOrd="0" presId="urn:microsoft.com/office/officeart/2009/3/layout/IncreasingArrowsProcess"/>
    <dgm:cxn modelId="{9042358E-036E-4906-AA26-F06C854E07CF}" srcId="{46BAB9D1-580E-40B3-A053-47D24BA92297}" destId="{356576AD-D674-4F97-9233-AFDCC463E311}" srcOrd="3" destOrd="0" parTransId="{4F8F2BC6-9316-4613-A325-E7596730FE92}" sibTransId="{361B475A-070C-4710-A674-DCA3C74F8760}"/>
    <dgm:cxn modelId="{56205A96-48D0-4105-8DC2-68B189D92F65}" type="presOf" srcId="{1E6D5452-7258-4FD1-8799-72B24CFC1202}" destId="{8DD6C2CD-FD9A-400C-90B7-CA85ED589A2B}" srcOrd="0" destOrd="0" presId="urn:microsoft.com/office/officeart/2009/3/layout/IncreasingArrowsProcess"/>
    <dgm:cxn modelId="{D8D0B4CF-EE7A-4951-826E-2BB3E2035863}" type="presOf" srcId="{761486CC-4A53-4CCC-897A-B1C3110B5B4D}" destId="{0732197C-954E-46C0-80A0-4D438B615519}" srcOrd="0" destOrd="0" presId="urn:microsoft.com/office/officeart/2009/3/layout/IncreasingArrowsProcess"/>
    <dgm:cxn modelId="{4265AED9-25E7-4318-8A1D-03B11B37FA2B}" srcId="{46BAB9D1-580E-40B3-A053-47D24BA92297}" destId="{761486CC-4A53-4CCC-897A-B1C3110B5B4D}" srcOrd="2" destOrd="0" parTransId="{D28DE1B4-31FE-4583-A0B8-40E37E83D9B5}" sibTransId="{0586B89A-D4C4-4274-BC6C-4FA51BADE963}"/>
    <dgm:cxn modelId="{EEB89FDA-6737-47D4-854A-111929F7870E}" srcId="{46BAB9D1-580E-40B3-A053-47D24BA92297}" destId="{F38E5E67-77B4-43E8-9C42-4A2F39A593DA}" srcOrd="0" destOrd="0" parTransId="{C5F2530A-0DB6-4504-9F09-1251789A7DD3}" sibTransId="{594E915D-D245-49F5-B9F3-67D08C893A5D}"/>
    <dgm:cxn modelId="{41D357EC-4DFB-4774-8A2C-6C731BD4DFF9}" type="presOf" srcId="{F38E5E67-77B4-43E8-9C42-4A2F39A593DA}" destId="{26F85F39-2A51-4C7D-A0AF-D348C3BD463B}" srcOrd="0" destOrd="0" presId="urn:microsoft.com/office/officeart/2009/3/layout/IncreasingArrowsProcess"/>
    <dgm:cxn modelId="{4E88267B-AC75-48E4-99B0-DC2A43CECF8F}" type="presParOf" srcId="{B16D9227-3166-4490-9330-81398A4EC078}" destId="{26F85F39-2A51-4C7D-A0AF-D348C3BD463B}" srcOrd="0" destOrd="0" presId="urn:microsoft.com/office/officeart/2009/3/layout/IncreasingArrowsProcess"/>
    <dgm:cxn modelId="{9A501F57-1EDB-4C06-AA1F-68991D6AC505}" type="presParOf" srcId="{B16D9227-3166-4490-9330-81398A4EC078}" destId="{8DD6C2CD-FD9A-400C-90B7-CA85ED589A2B}" srcOrd="1" destOrd="0" presId="urn:microsoft.com/office/officeart/2009/3/layout/IncreasingArrowsProcess"/>
    <dgm:cxn modelId="{82166065-8A66-4305-80CB-376CCB7F588C}" type="presParOf" srcId="{B16D9227-3166-4490-9330-81398A4EC078}" destId="{0732197C-954E-46C0-80A0-4D438B615519}" srcOrd="2" destOrd="0" presId="urn:microsoft.com/office/officeart/2009/3/layout/IncreasingArrowsProcess"/>
    <dgm:cxn modelId="{61AC8C09-3F90-4611-A430-D0B62EB3FF1D}" type="presParOf" srcId="{B16D9227-3166-4490-9330-81398A4EC078}" destId="{0AAA4EE9-5648-4E06-BF1D-D63BF035F91B}" srcOrd="3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747499-4CEC-4472-8522-9065D8A59448}" type="doc">
      <dgm:prSet loTypeId="urn:microsoft.com/office/officeart/2005/8/layout/pyramid2" loCatId="pyramid" qsTypeId="urn:microsoft.com/office/officeart/2009/2/quickstyle/3d8" qsCatId="3D" csTypeId="urn:microsoft.com/office/officeart/2005/8/colors/accent1_4" csCatId="accent1"/>
      <dgm:spPr/>
      <dgm:t>
        <a:bodyPr/>
        <a:lstStyle/>
        <a:p>
          <a:endParaRPr lang="es-CO"/>
        </a:p>
      </dgm:t>
    </dgm:pt>
    <dgm:pt modelId="{F3705DB4-3CF6-491A-B03F-3786B2A967D9}">
      <dgm:prSet/>
      <dgm:spPr/>
      <dgm:t>
        <a:bodyPr/>
        <a:lstStyle/>
        <a:p>
          <a:r>
            <a:rPr lang="es-ES" b="0" i="0" baseline="0"/>
            <a:t>Organizar personal para el proyecto.</a:t>
          </a:r>
          <a:endParaRPr lang="es-CO"/>
        </a:p>
      </dgm:t>
    </dgm:pt>
    <dgm:pt modelId="{6BB1751F-C221-4324-A856-2BEF0B116673}" type="parTrans" cxnId="{1671D98D-6775-4124-9491-7E136F22800A}">
      <dgm:prSet/>
      <dgm:spPr/>
      <dgm:t>
        <a:bodyPr/>
        <a:lstStyle/>
        <a:p>
          <a:endParaRPr lang="es-CO"/>
        </a:p>
      </dgm:t>
    </dgm:pt>
    <dgm:pt modelId="{30AC4274-B2A3-4EC7-8C8F-44BADC2381F3}" type="sibTrans" cxnId="{1671D98D-6775-4124-9491-7E136F22800A}">
      <dgm:prSet/>
      <dgm:spPr/>
      <dgm:t>
        <a:bodyPr/>
        <a:lstStyle/>
        <a:p>
          <a:endParaRPr lang="es-CO"/>
        </a:p>
      </dgm:t>
    </dgm:pt>
    <dgm:pt modelId="{901CBFA2-4B0E-4368-B626-2C0786444F93}">
      <dgm:prSet/>
      <dgm:spPr/>
      <dgm:t>
        <a:bodyPr/>
        <a:lstStyle/>
        <a:p>
          <a:r>
            <a:rPr lang="es-ES" b="0" i="0" baseline="0"/>
            <a:t>Dirigir y controlar el proyecto</a:t>
          </a:r>
          <a:endParaRPr lang="es-CO"/>
        </a:p>
      </dgm:t>
    </dgm:pt>
    <dgm:pt modelId="{6A15195B-CD8A-489A-872A-265628D07CE6}" type="parTrans" cxnId="{99617688-077C-493E-B21B-2BE5A6B37706}">
      <dgm:prSet/>
      <dgm:spPr/>
      <dgm:t>
        <a:bodyPr/>
        <a:lstStyle/>
        <a:p>
          <a:endParaRPr lang="es-CO"/>
        </a:p>
      </dgm:t>
    </dgm:pt>
    <dgm:pt modelId="{3C82EE02-728A-439E-A186-BC47F338D299}" type="sibTrans" cxnId="{99617688-077C-493E-B21B-2BE5A6B37706}">
      <dgm:prSet/>
      <dgm:spPr/>
      <dgm:t>
        <a:bodyPr/>
        <a:lstStyle/>
        <a:p>
          <a:endParaRPr lang="es-CO"/>
        </a:p>
      </dgm:t>
    </dgm:pt>
    <dgm:pt modelId="{6AC944F3-107B-42AE-AD12-FEC7163AE6B2}">
      <dgm:prSet/>
      <dgm:spPr/>
      <dgm:t>
        <a:bodyPr/>
        <a:lstStyle/>
        <a:p>
          <a:r>
            <a:rPr lang="es-CO"/>
            <a:t>R</a:t>
          </a:r>
          <a:r>
            <a:rPr lang="es-CO" b="0" i="0" baseline="0"/>
            <a:t>efinar estimaciones</a:t>
          </a:r>
          <a:endParaRPr lang="es-CO"/>
        </a:p>
      </dgm:t>
    </dgm:pt>
    <dgm:pt modelId="{1A9AF49E-A7EB-4C94-BC56-E2A967836D0A}" type="parTrans" cxnId="{CED03E75-038C-4398-AF98-9D796AD8C2A7}">
      <dgm:prSet/>
      <dgm:spPr/>
      <dgm:t>
        <a:bodyPr/>
        <a:lstStyle/>
        <a:p>
          <a:endParaRPr lang="es-CO"/>
        </a:p>
      </dgm:t>
    </dgm:pt>
    <dgm:pt modelId="{FF7DF199-C263-446B-A769-89F5A013E9A0}" type="sibTrans" cxnId="{CED03E75-038C-4398-AF98-9D796AD8C2A7}">
      <dgm:prSet/>
      <dgm:spPr/>
      <dgm:t>
        <a:bodyPr/>
        <a:lstStyle/>
        <a:p>
          <a:endParaRPr lang="es-CO"/>
        </a:p>
      </dgm:t>
    </dgm:pt>
    <dgm:pt modelId="{CC933FC0-2FF1-4FBA-A049-AB91A247715B}">
      <dgm:prSet/>
      <dgm:spPr/>
      <dgm:t>
        <a:bodyPr/>
        <a:lstStyle/>
        <a:p>
          <a:r>
            <a:rPr lang="es-CO" b="0" i="0" baseline="0"/>
            <a:t>Seguimiento de tareas</a:t>
          </a:r>
          <a:endParaRPr lang="es-CO"/>
        </a:p>
      </dgm:t>
    </dgm:pt>
    <dgm:pt modelId="{9907E622-8D83-45EC-9845-5DC86F8AE7C5}" type="parTrans" cxnId="{9F8A2CAD-95DF-4D6E-8CEA-D82AA42C55A7}">
      <dgm:prSet/>
      <dgm:spPr/>
      <dgm:t>
        <a:bodyPr/>
        <a:lstStyle/>
        <a:p>
          <a:endParaRPr lang="es-CO"/>
        </a:p>
      </dgm:t>
    </dgm:pt>
    <dgm:pt modelId="{74C54EE0-7741-41CC-AEE8-EF06D01E4FE1}" type="sibTrans" cxnId="{9F8A2CAD-95DF-4D6E-8CEA-D82AA42C55A7}">
      <dgm:prSet/>
      <dgm:spPr/>
      <dgm:t>
        <a:bodyPr/>
        <a:lstStyle/>
        <a:p>
          <a:endParaRPr lang="es-CO"/>
        </a:p>
      </dgm:t>
    </dgm:pt>
    <dgm:pt modelId="{E207C522-EB08-486B-A6AA-25D1621B967D}">
      <dgm:prSet/>
      <dgm:spPr/>
      <dgm:t>
        <a:bodyPr/>
        <a:lstStyle/>
        <a:p>
          <a:r>
            <a:rPr lang="es-CO" b="0" i="0" baseline="0"/>
            <a:t>Coordinación</a:t>
          </a:r>
          <a:endParaRPr lang="es-CO"/>
        </a:p>
      </dgm:t>
    </dgm:pt>
    <dgm:pt modelId="{A53912A0-F18F-432F-9A52-06FCCAF09F98}" type="parTrans" cxnId="{65860A5B-5D98-472F-A549-DE45A4E81AB0}">
      <dgm:prSet/>
      <dgm:spPr/>
      <dgm:t>
        <a:bodyPr/>
        <a:lstStyle/>
        <a:p>
          <a:endParaRPr lang="es-CO"/>
        </a:p>
      </dgm:t>
    </dgm:pt>
    <dgm:pt modelId="{8FFD5507-BD54-437A-88F2-68F73F43C4F5}" type="sibTrans" cxnId="{65860A5B-5D98-472F-A549-DE45A4E81AB0}">
      <dgm:prSet/>
      <dgm:spPr/>
      <dgm:t>
        <a:bodyPr/>
        <a:lstStyle/>
        <a:p>
          <a:endParaRPr lang="es-CO"/>
        </a:p>
      </dgm:t>
    </dgm:pt>
    <dgm:pt modelId="{A74409B1-C89D-4A3C-84DF-4AD243DDC5DC}" type="pres">
      <dgm:prSet presAssocID="{DA747499-4CEC-4472-8522-9065D8A59448}" presName="compositeShape" presStyleCnt="0">
        <dgm:presLayoutVars>
          <dgm:dir/>
          <dgm:resizeHandles/>
        </dgm:presLayoutVars>
      </dgm:prSet>
      <dgm:spPr/>
    </dgm:pt>
    <dgm:pt modelId="{CEE611C8-E8F7-49F6-AA72-0099E424BC4D}" type="pres">
      <dgm:prSet presAssocID="{DA747499-4CEC-4472-8522-9065D8A59448}" presName="pyramid" presStyleLbl="node1" presStyleIdx="0" presStyleCnt="1"/>
      <dgm:spPr/>
    </dgm:pt>
    <dgm:pt modelId="{74216D79-B256-4D76-AB8D-808573605E7A}" type="pres">
      <dgm:prSet presAssocID="{DA747499-4CEC-4472-8522-9065D8A59448}" presName="theList" presStyleCnt="0"/>
      <dgm:spPr/>
    </dgm:pt>
    <dgm:pt modelId="{E970A193-28CA-43D1-81F3-00978DA702AC}" type="pres">
      <dgm:prSet presAssocID="{F3705DB4-3CF6-491A-B03F-3786B2A967D9}" presName="aNode" presStyleLbl="fgAcc1" presStyleIdx="0" presStyleCnt="5">
        <dgm:presLayoutVars>
          <dgm:bulletEnabled val="1"/>
        </dgm:presLayoutVars>
      </dgm:prSet>
      <dgm:spPr/>
    </dgm:pt>
    <dgm:pt modelId="{481B9717-3F38-44C8-AA65-ECA6312DFE78}" type="pres">
      <dgm:prSet presAssocID="{F3705DB4-3CF6-491A-B03F-3786B2A967D9}" presName="aSpace" presStyleCnt="0"/>
      <dgm:spPr/>
    </dgm:pt>
    <dgm:pt modelId="{C94428B8-7409-47E3-934C-2A62004DDFE7}" type="pres">
      <dgm:prSet presAssocID="{901CBFA2-4B0E-4368-B626-2C0786444F93}" presName="aNode" presStyleLbl="fgAcc1" presStyleIdx="1" presStyleCnt="5">
        <dgm:presLayoutVars>
          <dgm:bulletEnabled val="1"/>
        </dgm:presLayoutVars>
      </dgm:prSet>
      <dgm:spPr/>
    </dgm:pt>
    <dgm:pt modelId="{2A38E0D2-F8AB-4740-978D-8D84244A1EEE}" type="pres">
      <dgm:prSet presAssocID="{901CBFA2-4B0E-4368-B626-2C0786444F93}" presName="aSpace" presStyleCnt="0"/>
      <dgm:spPr/>
    </dgm:pt>
    <dgm:pt modelId="{5A0925E8-C785-4A67-AC08-491E617BF095}" type="pres">
      <dgm:prSet presAssocID="{6AC944F3-107B-42AE-AD12-FEC7163AE6B2}" presName="aNode" presStyleLbl="fgAcc1" presStyleIdx="2" presStyleCnt="5">
        <dgm:presLayoutVars>
          <dgm:bulletEnabled val="1"/>
        </dgm:presLayoutVars>
      </dgm:prSet>
      <dgm:spPr/>
    </dgm:pt>
    <dgm:pt modelId="{F520C19F-40E3-40B9-B636-D6FE901087E5}" type="pres">
      <dgm:prSet presAssocID="{6AC944F3-107B-42AE-AD12-FEC7163AE6B2}" presName="aSpace" presStyleCnt="0"/>
      <dgm:spPr/>
    </dgm:pt>
    <dgm:pt modelId="{20AD915B-2617-482D-A1FA-C7193A514126}" type="pres">
      <dgm:prSet presAssocID="{CC933FC0-2FF1-4FBA-A049-AB91A247715B}" presName="aNode" presStyleLbl="fgAcc1" presStyleIdx="3" presStyleCnt="5">
        <dgm:presLayoutVars>
          <dgm:bulletEnabled val="1"/>
        </dgm:presLayoutVars>
      </dgm:prSet>
      <dgm:spPr/>
    </dgm:pt>
    <dgm:pt modelId="{B0754B16-E6BB-41BC-B180-E65892F502F9}" type="pres">
      <dgm:prSet presAssocID="{CC933FC0-2FF1-4FBA-A049-AB91A247715B}" presName="aSpace" presStyleCnt="0"/>
      <dgm:spPr/>
    </dgm:pt>
    <dgm:pt modelId="{24844C48-147E-4810-9BBE-8AB5D3F787C4}" type="pres">
      <dgm:prSet presAssocID="{E207C522-EB08-486B-A6AA-25D1621B967D}" presName="aNode" presStyleLbl="fgAcc1" presStyleIdx="4" presStyleCnt="5">
        <dgm:presLayoutVars>
          <dgm:bulletEnabled val="1"/>
        </dgm:presLayoutVars>
      </dgm:prSet>
      <dgm:spPr/>
    </dgm:pt>
    <dgm:pt modelId="{EF6067D9-FDF5-442B-B177-DA7A12A0C0D1}" type="pres">
      <dgm:prSet presAssocID="{E207C522-EB08-486B-A6AA-25D1621B967D}" presName="aSpace" presStyleCnt="0"/>
      <dgm:spPr/>
    </dgm:pt>
  </dgm:ptLst>
  <dgm:cxnLst>
    <dgm:cxn modelId="{01471139-5B68-41FC-A49F-1ED915DF1897}" type="presOf" srcId="{DA747499-4CEC-4472-8522-9065D8A59448}" destId="{A74409B1-C89D-4A3C-84DF-4AD243DDC5DC}" srcOrd="0" destOrd="0" presId="urn:microsoft.com/office/officeart/2005/8/layout/pyramid2"/>
    <dgm:cxn modelId="{65860A5B-5D98-472F-A549-DE45A4E81AB0}" srcId="{DA747499-4CEC-4472-8522-9065D8A59448}" destId="{E207C522-EB08-486B-A6AA-25D1621B967D}" srcOrd="4" destOrd="0" parTransId="{A53912A0-F18F-432F-9A52-06FCCAF09F98}" sibTransId="{8FFD5507-BD54-437A-88F2-68F73F43C4F5}"/>
    <dgm:cxn modelId="{EEBFA241-A210-4739-A16A-7B917810BCCF}" type="presOf" srcId="{CC933FC0-2FF1-4FBA-A049-AB91A247715B}" destId="{20AD915B-2617-482D-A1FA-C7193A514126}" srcOrd="0" destOrd="0" presId="urn:microsoft.com/office/officeart/2005/8/layout/pyramid2"/>
    <dgm:cxn modelId="{CED03E75-038C-4398-AF98-9D796AD8C2A7}" srcId="{DA747499-4CEC-4472-8522-9065D8A59448}" destId="{6AC944F3-107B-42AE-AD12-FEC7163AE6B2}" srcOrd="2" destOrd="0" parTransId="{1A9AF49E-A7EB-4C94-BC56-E2A967836D0A}" sibTransId="{FF7DF199-C263-446B-A769-89F5A013E9A0}"/>
    <dgm:cxn modelId="{A8043083-15D1-4AD7-B84B-7EC32EF113CA}" type="presOf" srcId="{901CBFA2-4B0E-4368-B626-2C0786444F93}" destId="{C94428B8-7409-47E3-934C-2A62004DDFE7}" srcOrd="0" destOrd="0" presId="urn:microsoft.com/office/officeart/2005/8/layout/pyramid2"/>
    <dgm:cxn modelId="{99617688-077C-493E-B21B-2BE5A6B37706}" srcId="{DA747499-4CEC-4472-8522-9065D8A59448}" destId="{901CBFA2-4B0E-4368-B626-2C0786444F93}" srcOrd="1" destOrd="0" parTransId="{6A15195B-CD8A-489A-872A-265628D07CE6}" sibTransId="{3C82EE02-728A-439E-A186-BC47F338D299}"/>
    <dgm:cxn modelId="{1671D98D-6775-4124-9491-7E136F22800A}" srcId="{DA747499-4CEC-4472-8522-9065D8A59448}" destId="{F3705DB4-3CF6-491A-B03F-3786B2A967D9}" srcOrd="0" destOrd="0" parTransId="{6BB1751F-C221-4324-A856-2BEF0B116673}" sibTransId="{30AC4274-B2A3-4EC7-8C8F-44BADC2381F3}"/>
    <dgm:cxn modelId="{9F8A2CAD-95DF-4D6E-8CEA-D82AA42C55A7}" srcId="{DA747499-4CEC-4472-8522-9065D8A59448}" destId="{CC933FC0-2FF1-4FBA-A049-AB91A247715B}" srcOrd="3" destOrd="0" parTransId="{9907E622-8D83-45EC-9845-5DC86F8AE7C5}" sibTransId="{74C54EE0-7741-41CC-AEE8-EF06D01E4FE1}"/>
    <dgm:cxn modelId="{505B5FAD-41DA-4681-8A1A-99015B248077}" type="presOf" srcId="{6AC944F3-107B-42AE-AD12-FEC7163AE6B2}" destId="{5A0925E8-C785-4A67-AC08-491E617BF095}" srcOrd="0" destOrd="0" presId="urn:microsoft.com/office/officeart/2005/8/layout/pyramid2"/>
    <dgm:cxn modelId="{2EF812D6-09A1-4FDF-8687-914F1021C701}" type="presOf" srcId="{F3705DB4-3CF6-491A-B03F-3786B2A967D9}" destId="{E970A193-28CA-43D1-81F3-00978DA702AC}" srcOrd="0" destOrd="0" presId="urn:microsoft.com/office/officeart/2005/8/layout/pyramid2"/>
    <dgm:cxn modelId="{D365CDE8-54A9-4A38-85FD-A1A6C749D5C1}" type="presOf" srcId="{E207C522-EB08-486B-A6AA-25D1621B967D}" destId="{24844C48-147E-4810-9BBE-8AB5D3F787C4}" srcOrd="0" destOrd="0" presId="urn:microsoft.com/office/officeart/2005/8/layout/pyramid2"/>
    <dgm:cxn modelId="{CEDDEBF9-7526-4967-BB90-45B13118E464}" type="presParOf" srcId="{A74409B1-C89D-4A3C-84DF-4AD243DDC5DC}" destId="{CEE611C8-E8F7-49F6-AA72-0099E424BC4D}" srcOrd="0" destOrd="0" presId="urn:microsoft.com/office/officeart/2005/8/layout/pyramid2"/>
    <dgm:cxn modelId="{C0920720-C1F5-4561-8113-D20AA425CE3F}" type="presParOf" srcId="{A74409B1-C89D-4A3C-84DF-4AD243DDC5DC}" destId="{74216D79-B256-4D76-AB8D-808573605E7A}" srcOrd="1" destOrd="0" presId="urn:microsoft.com/office/officeart/2005/8/layout/pyramid2"/>
    <dgm:cxn modelId="{944BA843-4DC3-487E-9FE1-BCEED010C095}" type="presParOf" srcId="{74216D79-B256-4D76-AB8D-808573605E7A}" destId="{E970A193-28CA-43D1-81F3-00978DA702AC}" srcOrd="0" destOrd="0" presId="urn:microsoft.com/office/officeart/2005/8/layout/pyramid2"/>
    <dgm:cxn modelId="{A3CFE9CB-7DE7-42CD-A810-D69683BC198F}" type="presParOf" srcId="{74216D79-B256-4D76-AB8D-808573605E7A}" destId="{481B9717-3F38-44C8-AA65-ECA6312DFE78}" srcOrd="1" destOrd="0" presId="urn:microsoft.com/office/officeart/2005/8/layout/pyramid2"/>
    <dgm:cxn modelId="{F15E9815-2AF0-4893-A85E-26FD1B19448D}" type="presParOf" srcId="{74216D79-B256-4D76-AB8D-808573605E7A}" destId="{C94428B8-7409-47E3-934C-2A62004DDFE7}" srcOrd="2" destOrd="0" presId="urn:microsoft.com/office/officeart/2005/8/layout/pyramid2"/>
    <dgm:cxn modelId="{AE3EB22D-58C6-429F-98DB-18B5E135B810}" type="presParOf" srcId="{74216D79-B256-4D76-AB8D-808573605E7A}" destId="{2A38E0D2-F8AB-4740-978D-8D84244A1EEE}" srcOrd="3" destOrd="0" presId="urn:microsoft.com/office/officeart/2005/8/layout/pyramid2"/>
    <dgm:cxn modelId="{33981EF4-8167-4F80-9F4A-6409E8FDD35E}" type="presParOf" srcId="{74216D79-B256-4D76-AB8D-808573605E7A}" destId="{5A0925E8-C785-4A67-AC08-491E617BF095}" srcOrd="4" destOrd="0" presId="urn:microsoft.com/office/officeart/2005/8/layout/pyramid2"/>
    <dgm:cxn modelId="{E99AD0EF-CE97-451E-8737-50C4190926CA}" type="presParOf" srcId="{74216D79-B256-4D76-AB8D-808573605E7A}" destId="{F520C19F-40E3-40B9-B636-D6FE901087E5}" srcOrd="5" destOrd="0" presId="urn:microsoft.com/office/officeart/2005/8/layout/pyramid2"/>
    <dgm:cxn modelId="{B42A3FBA-8027-42BB-8F20-B0D2A4C37134}" type="presParOf" srcId="{74216D79-B256-4D76-AB8D-808573605E7A}" destId="{20AD915B-2617-482D-A1FA-C7193A514126}" srcOrd="6" destOrd="0" presId="urn:microsoft.com/office/officeart/2005/8/layout/pyramid2"/>
    <dgm:cxn modelId="{366FDD58-4324-471B-BF27-98B3A8F2F396}" type="presParOf" srcId="{74216D79-B256-4D76-AB8D-808573605E7A}" destId="{B0754B16-E6BB-41BC-B180-E65892F502F9}" srcOrd="7" destOrd="0" presId="urn:microsoft.com/office/officeart/2005/8/layout/pyramid2"/>
    <dgm:cxn modelId="{72561458-F489-46DF-9246-61A3CE5A29D6}" type="presParOf" srcId="{74216D79-B256-4D76-AB8D-808573605E7A}" destId="{24844C48-147E-4810-9BBE-8AB5D3F787C4}" srcOrd="8" destOrd="0" presId="urn:microsoft.com/office/officeart/2005/8/layout/pyramid2"/>
    <dgm:cxn modelId="{90589327-5781-4C03-9E30-F90023C14C2B}" type="presParOf" srcId="{74216D79-B256-4D76-AB8D-808573605E7A}" destId="{EF6067D9-FDF5-442B-B177-DA7A12A0C0D1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930130-8725-44FB-A387-B31FFFF7BFDC}" type="doc">
      <dgm:prSet loTypeId="urn:microsoft.com/office/officeart/2005/8/layout/pyramid2" loCatId="pyramid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s-CO"/>
        </a:p>
      </dgm:t>
    </dgm:pt>
    <dgm:pt modelId="{D5BE087D-9A90-408E-AC12-5D98F7A38C25}">
      <dgm:prSet/>
      <dgm:spPr/>
      <dgm:t>
        <a:bodyPr/>
        <a:lstStyle/>
        <a:p>
          <a:r>
            <a:rPr lang="es-ES"/>
            <a:t>El </a:t>
          </a:r>
          <a:r>
            <a:rPr lang="es-ES" b="1"/>
            <a:t>análisis de un sistema</a:t>
          </a:r>
          <a:r>
            <a:rPr lang="es-ES"/>
            <a:t> es el proceso de </a:t>
          </a:r>
          <a:r>
            <a:rPr lang="es-ES" b="1"/>
            <a:t>examinar detalladamente los componentes, procesos, relaciones y flujos de información</a:t>
          </a:r>
          <a:r>
            <a:rPr lang="es-ES"/>
            <a:t> dentro de un sistema.</a:t>
          </a:r>
          <a:endParaRPr lang="es-CO"/>
        </a:p>
      </dgm:t>
    </dgm:pt>
    <dgm:pt modelId="{2A0FD946-2F6D-4A36-A528-5BACF4EE48B0}" type="parTrans" cxnId="{5E03BC39-A2EB-4B2D-9888-8BFDCD4E05C4}">
      <dgm:prSet/>
      <dgm:spPr/>
      <dgm:t>
        <a:bodyPr/>
        <a:lstStyle/>
        <a:p>
          <a:endParaRPr lang="es-CO"/>
        </a:p>
      </dgm:t>
    </dgm:pt>
    <dgm:pt modelId="{7E533920-222E-4DA4-8A95-DBB6CA1D333D}" type="sibTrans" cxnId="{5E03BC39-A2EB-4B2D-9888-8BFDCD4E05C4}">
      <dgm:prSet/>
      <dgm:spPr/>
      <dgm:t>
        <a:bodyPr/>
        <a:lstStyle/>
        <a:p>
          <a:endParaRPr lang="es-CO"/>
        </a:p>
      </dgm:t>
    </dgm:pt>
    <dgm:pt modelId="{43E1E22A-9531-4065-B085-3AB8593CBF6C}" type="pres">
      <dgm:prSet presAssocID="{C7930130-8725-44FB-A387-B31FFFF7BFDC}" presName="compositeShape" presStyleCnt="0">
        <dgm:presLayoutVars>
          <dgm:dir/>
          <dgm:resizeHandles/>
        </dgm:presLayoutVars>
      </dgm:prSet>
      <dgm:spPr/>
    </dgm:pt>
    <dgm:pt modelId="{A44A02F6-1129-4AE4-B0FC-FA9F0190DA7E}" type="pres">
      <dgm:prSet presAssocID="{C7930130-8725-44FB-A387-B31FFFF7BFDC}" presName="pyramid" presStyleLbl="node1" presStyleIdx="0" presStyleCnt="1"/>
      <dgm:spPr/>
    </dgm:pt>
    <dgm:pt modelId="{2CA85DE2-CAC9-4ACB-8D3E-CE70374D91CF}" type="pres">
      <dgm:prSet presAssocID="{C7930130-8725-44FB-A387-B31FFFF7BFDC}" presName="theList" presStyleCnt="0"/>
      <dgm:spPr/>
    </dgm:pt>
    <dgm:pt modelId="{EB9B8AD8-C7B3-4644-8DD3-19481347A2CF}" type="pres">
      <dgm:prSet presAssocID="{D5BE087D-9A90-408E-AC12-5D98F7A38C25}" presName="aNode" presStyleLbl="fgAcc1" presStyleIdx="0" presStyleCnt="1">
        <dgm:presLayoutVars>
          <dgm:bulletEnabled val="1"/>
        </dgm:presLayoutVars>
      </dgm:prSet>
      <dgm:spPr/>
    </dgm:pt>
    <dgm:pt modelId="{3943A68C-25FE-47EC-95B9-3CD50B443D6D}" type="pres">
      <dgm:prSet presAssocID="{D5BE087D-9A90-408E-AC12-5D98F7A38C25}" presName="aSpace" presStyleCnt="0"/>
      <dgm:spPr/>
    </dgm:pt>
  </dgm:ptLst>
  <dgm:cxnLst>
    <dgm:cxn modelId="{5E03BC39-A2EB-4B2D-9888-8BFDCD4E05C4}" srcId="{C7930130-8725-44FB-A387-B31FFFF7BFDC}" destId="{D5BE087D-9A90-408E-AC12-5D98F7A38C25}" srcOrd="0" destOrd="0" parTransId="{2A0FD946-2F6D-4A36-A528-5BACF4EE48B0}" sibTransId="{7E533920-222E-4DA4-8A95-DBB6CA1D333D}"/>
    <dgm:cxn modelId="{60985875-DA77-428A-AEA4-DD3A834A6995}" type="presOf" srcId="{D5BE087D-9A90-408E-AC12-5D98F7A38C25}" destId="{EB9B8AD8-C7B3-4644-8DD3-19481347A2CF}" srcOrd="0" destOrd="0" presId="urn:microsoft.com/office/officeart/2005/8/layout/pyramid2"/>
    <dgm:cxn modelId="{FD5D4776-704C-4119-A8CC-208B6442D072}" type="presOf" srcId="{C7930130-8725-44FB-A387-B31FFFF7BFDC}" destId="{43E1E22A-9531-4065-B085-3AB8593CBF6C}" srcOrd="0" destOrd="0" presId="urn:microsoft.com/office/officeart/2005/8/layout/pyramid2"/>
    <dgm:cxn modelId="{B6FF3C28-CF81-4D0D-8B12-0B01B3923D09}" type="presParOf" srcId="{43E1E22A-9531-4065-B085-3AB8593CBF6C}" destId="{A44A02F6-1129-4AE4-B0FC-FA9F0190DA7E}" srcOrd="0" destOrd="0" presId="urn:microsoft.com/office/officeart/2005/8/layout/pyramid2"/>
    <dgm:cxn modelId="{6BF2BB9C-387D-4F4F-9FF3-D9863D0E1CA9}" type="presParOf" srcId="{43E1E22A-9531-4065-B085-3AB8593CBF6C}" destId="{2CA85DE2-CAC9-4ACB-8D3E-CE70374D91CF}" srcOrd="1" destOrd="0" presId="urn:microsoft.com/office/officeart/2005/8/layout/pyramid2"/>
    <dgm:cxn modelId="{BBD5A1E8-4B26-4584-80AE-62A715E30B72}" type="presParOf" srcId="{2CA85DE2-CAC9-4ACB-8D3E-CE70374D91CF}" destId="{EB9B8AD8-C7B3-4644-8DD3-19481347A2CF}" srcOrd="0" destOrd="0" presId="urn:microsoft.com/office/officeart/2005/8/layout/pyramid2"/>
    <dgm:cxn modelId="{6079EC4E-0620-4147-B024-7BED1973000A}" type="presParOf" srcId="{2CA85DE2-CAC9-4ACB-8D3E-CE70374D91CF}" destId="{3943A68C-25FE-47EC-95B9-3CD50B443D6D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147E7B-7673-4DE4-8913-6FDB6BA22AEB}" type="doc">
      <dgm:prSet loTypeId="urn:microsoft.com/office/officeart/2005/8/layout/venn1" loCatId="relationship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s-CO"/>
        </a:p>
      </dgm:t>
    </dgm:pt>
    <dgm:pt modelId="{62721E0B-32D4-4D9A-ACA7-71A8200CA366}">
      <dgm:prSet/>
      <dgm:spPr/>
      <dgm:t>
        <a:bodyPr/>
        <a:lstStyle/>
        <a:p>
          <a:r>
            <a:rPr lang="es-CO" b="1" i="0" baseline="0"/>
            <a:t>Estudio profundo del sistema actual</a:t>
          </a:r>
          <a:endParaRPr lang="es-CO"/>
        </a:p>
      </dgm:t>
    </dgm:pt>
    <dgm:pt modelId="{BACA652E-3C90-461D-AB77-98834D43BC19}" type="parTrans" cxnId="{5C90C08E-9E93-4F64-8441-751F5AC6E7FD}">
      <dgm:prSet/>
      <dgm:spPr/>
      <dgm:t>
        <a:bodyPr/>
        <a:lstStyle/>
        <a:p>
          <a:endParaRPr lang="es-CO"/>
        </a:p>
      </dgm:t>
    </dgm:pt>
    <dgm:pt modelId="{CD9E1B9D-7D42-4587-AB7A-A68CBF7C4063}" type="sibTrans" cxnId="{5C90C08E-9E93-4F64-8441-751F5AC6E7FD}">
      <dgm:prSet/>
      <dgm:spPr/>
      <dgm:t>
        <a:bodyPr/>
        <a:lstStyle/>
        <a:p>
          <a:endParaRPr lang="es-CO"/>
        </a:p>
      </dgm:t>
    </dgm:pt>
    <dgm:pt modelId="{DA28552E-2DC7-48CA-9C16-3A7F9D5C6032}">
      <dgm:prSet/>
      <dgm:spPr/>
      <dgm:t>
        <a:bodyPr/>
        <a:lstStyle/>
        <a:p>
          <a:r>
            <a:rPr lang="es-CO" b="1" i="0" baseline="0"/>
            <a:t>Identificación de problemas y necesidades</a:t>
          </a:r>
          <a:endParaRPr lang="es-CO"/>
        </a:p>
      </dgm:t>
    </dgm:pt>
    <dgm:pt modelId="{BE06EAB1-C0DF-4B25-80B2-927776EC32BE}" type="parTrans" cxnId="{626DDC90-7460-45B8-9DB2-4B25AEC28615}">
      <dgm:prSet/>
      <dgm:spPr/>
      <dgm:t>
        <a:bodyPr/>
        <a:lstStyle/>
        <a:p>
          <a:endParaRPr lang="es-CO"/>
        </a:p>
      </dgm:t>
    </dgm:pt>
    <dgm:pt modelId="{763E06AB-41BA-4D2C-B227-D56570C4A781}" type="sibTrans" cxnId="{626DDC90-7460-45B8-9DB2-4B25AEC28615}">
      <dgm:prSet/>
      <dgm:spPr/>
      <dgm:t>
        <a:bodyPr/>
        <a:lstStyle/>
        <a:p>
          <a:endParaRPr lang="es-CO"/>
        </a:p>
      </dgm:t>
    </dgm:pt>
    <dgm:pt modelId="{8C4A765B-594A-44D7-B2C0-AEE7BFBEFC08}">
      <dgm:prSet/>
      <dgm:spPr/>
      <dgm:t>
        <a:bodyPr/>
        <a:lstStyle/>
        <a:p>
          <a:r>
            <a:rPr lang="es-CO" b="1" i="0" baseline="0"/>
            <a:t>Definición de requisitos del nuevo sistema</a:t>
          </a:r>
          <a:endParaRPr lang="es-CO"/>
        </a:p>
      </dgm:t>
    </dgm:pt>
    <dgm:pt modelId="{51FE6AA2-57F7-4831-A50B-85C546EE3EAC}" type="parTrans" cxnId="{18F8466B-C42C-4038-9D27-3F101E511F66}">
      <dgm:prSet/>
      <dgm:spPr/>
      <dgm:t>
        <a:bodyPr/>
        <a:lstStyle/>
        <a:p>
          <a:endParaRPr lang="es-CO"/>
        </a:p>
      </dgm:t>
    </dgm:pt>
    <dgm:pt modelId="{132F3652-E51C-4C95-84AC-3BC17B28DB66}" type="sibTrans" cxnId="{18F8466B-C42C-4038-9D27-3F101E511F66}">
      <dgm:prSet/>
      <dgm:spPr/>
      <dgm:t>
        <a:bodyPr/>
        <a:lstStyle/>
        <a:p>
          <a:endParaRPr lang="es-CO"/>
        </a:p>
      </dgm:t>
    </dgm:pt>
    <dgm:pt modelId="{923EA39E-FB2A-4C76-8DDE-D44AFF4F81F1}">
      <dgm:prSet/>
      <dgm:spPr/>
      <dgm:t>
        <a:bodyPr/>
        <a:lstStyle/>
        <a:p>
          <a:r>
            <a:rPr lang="es-CO" b="1" i="0" baseline="0"/>
            <a:t>Modelado del sistema</a:t>
          </a:r>
          <a:endParaRPr lang="es-CO"/>
        </a:p>
      </dgm:t>
    </dgm:pt>
    <dgm:pt modelId="{90BFBB22-780A-4BB6-9DFA-0B2F6746894D}" type="parTrans" cxnId="{C90F5D4B-D00B-40BD-98F4-CC4DCD1A2628}">
      <dgm:prSet/>
      <dgm:spPr/>
      <dgm:t>
        <a:bodyPr/>
        <a:lstStyle/>
        <a:p>
          <a:endParaRPr lang="es-CO"/>
        </a:p>
      </dgm:t>
    </dgm:pt>
    <dgm:pt modelId="{D9F0D5FD-05A0-49FC-B798-EC0CD0D93500}" type="sibTrans" cxnId="{C90F5D4B-D00B-40BD-98F4-CC4DCD1A2628}">
      <dgm:prSet/>
      <dgm:spPr/>
      <dgm:t>
        <a:bodyPr/>
        <a:lstStyle/>
        <a:p>
          <a:endParaRPr lang="es-CO"/>
        </a:p>
      </dgm:t>
    </dgm:pt>
    <dgm:pt modelId="{F33E46E1-FBB3-498B-8F17-AD7CF5077163}">
      <dgm:prSet/>
      <dgm:spPr/>
      <dgm:t>
        <a:bodyPr/>
        <a:lstStyle/>
        <a:p>
          <a:r>
            <a:rPr lang="es-CO" b="1" i="0" baseline="0"/>
            <a:t>Interacción con los usuarios</a:t>
          </a:r>
          <a:endParaRPr lang="es-CO"/>
        </a:p>
      </dgm:t>
    </dgm:pt>
    <dgm:pt modelId="{A690C205-B4FA-4274-BDD1-C557A9F53998}" type="parTrans" cxnId="{FDC7E08C-8454-4DB6-96D1-ADE3707B78E6}">
      <dgm:prSet/>
      <dgm:spPr/>
      <dgm:t>
        <a:bodyPr/>
        <a:lstStyle/>
        <a:p>
          <a:endParaRPr lang="es-CO"/>
        </a:p>
      </dgm:t>
    </dgm:pt>
    <dgm:pt modelId="{A1813DB7-8CBE-42A0-A2A0-6C5BD845E0DC}" type="sibTrans" cxnId="{FDC7E08C-8454-4DB6-96D1-ADE3707B78E6}">
      <dgm:prSet/>
      <dgm:spPr/>
      <dgm:t>
        <a:bodyPr/>
        <a:lstStyle/>
        <a:p>
          <a:endParaRPr lang="es-CO"/>
        </a:p>
      </dgm:t>
    </dgm:pt>
    <dgm:pt modelId="{CD4F91D4-87B8-4ECE-A6F5-25C205AC4390}">
      <dgm:prSet/>
      <dgm:spPr/>
      <dgm:t>
        <a:bodyPr/>
        <a:lstStyle/>
        <a:p>
          <a:r>
            <a:rPr lang="es-CO" b="1" i="0" baseline="0"/>
            <a:t>Evaluación de factibilidad</a:t>
          </a:r>
          <a:endParaRPr lang="es-CO"/>
        </a:p>
      </dgm:t>
    </dgm:pt>
    <dgm:pt modelId="{CE1AD5B8-4AF2-4D42-90C6-CB13608432E9}" type="parTrans" cxnId="{2DA52E3F-24D7-4286-8B22-40C3EB9EE2EC}">
      <dgm:prSet/>
      <dgm:spPr/>
      <dgm:t>
        <a:bodyPr/>
        <a:lstStyle/>
        <a:p>
          <a:endParaRPr lang="es-CO"/>
        </a:p>
      </dgm:t>
    </dgm:pt>
    <dgm:pt modelId="{2367938C-D988-4EDA-AA65-2B59F7EDA387}" type="sibTrans" cxnId="{2DA52E3F-24D7-4286-8B22-40C3EB9EE2EC}">
      <dgm:prSet/>
      <dgm:spPr/>
      <dgm:t>
        <a:bodyPr/>
        <a:lstStyle/>
        <a:p>
          <a:endParaRPr lang="es-CO"/>
        </a:p>
      </dgm:t>
    </dgm:pt>
    <dgm:pt modelId="{C73A87A7-919E-4E8D-9F10-E58766786E74}">
      <dgm:prSet/>
      <dgm:spPr/>
      <dgm:t>
        <a:bodyPr/>
        <a:lstStyle/>
        <a:p>
          <a:r>
            <a:rPr lang="es-CO" b="1" i="0" baseline="0"/>
            <a:t>Documentación detallada</a:t>
          </a:r>
          <a:br>
            <a:rPr lang="es-CO" b="0" i="0" baseline="0"/>
          </a:br>
          <a:endParaRPr lang="es-CO"/>
        </a:p>
      </dgm:t>
    </dgm:pt>
    <dgm:pt modelId="{DD6A4021-0A51-4AE7-B8F2-776319220C4C}" type="parTrans" cxnId="{AFAA9C13-38B5-4CDF-98AE-205DDA372102}">
      <dgm:prSet/>
      <dgm:spPr/>
      <dgm:t>
        <a:bodyPr/>
        <a:lstStyle/>
        <a:p>
          <a:endParaRPr lang="es-CO"/>
        </a:p>
      </dgm:t>
    </dgm:pt>
    <dgm:pt modelId="{E1378B51-F03E-42C7-8830-357F0E9A75DE}" type="sibTrans" cxnId="{AFAA9C13-38B5-4CDF-98AE-205DDA372102}">
      <dgm:prSet/>
      <dgm:spPr/>
      <dgm:t>
        <a:bodyPr/>
        <a:lstStyle/>
        <a:p>
          <a:endParaRPr lang="es-CO"/>
        </a:p>
      </dgm:t>
    </dgm:pt>
    <dgm:pt modelId="{3185DA7F-E559-4D56-AFB8-1BB41B6FB5C3}" type="pres">
      <dgm:prSet presAssocID="{EE147E7B-7673-4DE4-8913-6FDB6BA22AEB}" presName="compositeShape" presStyleCnt="0">
        <dgm:presLayoutVars>
          <dgm:chMax val="7"/>
          <dgm:dir/>
          <dgm:resizeHandles val="exact"/>
        </dgm:presLayoutVars>
      </dgm:prSet>
      <dgm:spPr/>
    </dgm:pt>
    <dgm:pt modelId="{B2E667B9-583E-4631-B49E-3651A0A692BB}" type="pres">
      <dgm:prSet presAssocID="{62721E0B-32D4-4D9A-ACA7-71A8200CA366}" presName="circ1" presStyleLbl="vennNode1" presStyleIdx="0" presStyleCnt="7"/>
      <dgm:spPr/>
    </dgm:pt>
    <dgm:pt modelId="{296383FD-6947-47E3-B874-5063BADC9C6F}" type="pres">
      <dgm:prSet presAssocID="{62721E0B-32D4-4D9A-ACA7-71A8200CA36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8D420D-31FB-472B-86DC-7BA23D42E8F2}" type="pres">
      <dgm:prSet presAssocID="{DA28552E-2DC7-48CA-9C16-3A7F9D5C6032}" presName="circ2" presStyleLbl="vennNode1" presStyleIdx="1" presStyleCnt="7"/>
      <dgm:spPr/>
    </dgm:pt>
    <dgm:pt modelId="{83FBB6CC-6BCB-4BBE-A120-D4252AB4BC2A}" type="pres">
      <dgm:prSet presAssocID="{DA28552E-2DC7-48CA-9C16-3A7F9D5C603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696386D-B36E-472F-95B4-3B32C448FEBD}" type="pres">
      <dgm:prSet presAssocID="{8C4A765B-594A-44D7-B2C0-AEE7BFBEFC08}" presName="circ3" presStyleLbl="vennNode1" presStyleIdx="2" presStyleCnt="7"/>
      <dgm:spPr/>
    </dgm:pt>
    <dgm:pt modelId="{4ACD121F-D614-488B-A0FF-F930901730CB}" type="pres">
      <dgm:prSet presAssocID="{8C4A765B-594A-44D7-B2C0-AEE7BFBEFC0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E7AF3AE-B2F9-46D6-B90C-05B4EE4E7BD7}" type="pres">
      <dgm:prSet presAssocID="{923EA39E-FB2A-4C76-8DDE-D44AFF4F81F1}" presName="circ4" presStyleLbl="vennNode1" presStyleIdx="3" presStyleCnt="7"/>
      <dgm:spPr/>
    </dgm:pt>
    <dgm:pt modelId="{8DF83903-26BC-4469-B2EF-CAEA3D06ED27}" type="pres">
      <dgm:prSet presAssocID="{923EA39E-FB2A-4C76-8DDE-D44AFF4F81F1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96675B1-C1B2-4412-97D2-B0A021A528AB}" type="pres">
      <dgm:prSet presAssocID="{F33E46E1-FBB3-498B-8F17-AD7CF5077163}" presName="circ5" presStyleLbl="vennNode1" presStyleIdx="4" presStyleCnt="7"/>
      <dgm:spPr/>
    </dgm:pt>
    <dgm:pt modelId="{5A5E56AB-418F-4F56-9B32-5C2252BB7DFE}" type="pres">
      <dgm:prSet presAssocID="{F33E46E1-FBB3-498B-8F17-AD7CF5077163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19566FC-6595-490B-A17A-942A0ADA1CE0}" type="pres">
      <dgm:prSet presAssocID="{CD4F91D4-87B8-4ECE-A6F5-25C205AC4390}" presName="circ6" presStyleLbl="vennNode1" presStyleIdx="5" presStyleCnt="7"/>
      <dgm:spPr/>
    </dgm:pt>
    <dgm:pt modelId="{93A4A238-A9D5-418D-9D5D-A4C394B071F9}" type="pres">
      <dgm:prSet presAssocID="{CD4F91D4-87B8-4ECE-A6F5-25C205AC4390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96B1223-A4BC-47A1-91B8-C9D5F8CA41B5}" type="pres">
      <dgm:prSet presAssocID="{C73A87A7-919E-4E8D-9F10-E58766786E74}" presName="circ7" presStyleLbl="vennNode1" presStyleIdx="6" presStyleCnt="7"/>
      <dgm:spPr/>
    </dgm:pt>
    <dgm:pt modelId="{4231857C-F23B-4BD2-952A-98F68E2F81D7}" type="pres">
      <dgm:prSet presAssocID="{C73A87A7-919E-4E8D-9F10-E58766786E74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FAA9C13-38B5-4CDF-98AE-205DDA372102}" srcId="{EE147E7B-7673-4DE4-8913-6FDB6BA22AEB}" destId="{C73A87A7-919E-4E8D-9F10-E58766786E74}" srcOrd="6" destOrd="0" parTransId="{DD6A4021-0A51-4AE7-B8F2-776319220C4C}" sibTransId="{E1378B51-F03E-42C7-8830-357F0E9A75DE}"/>
    <dgm:cxn modelId="{2DA52E3F-24D7-4286-8B22-40C3EB9EE2EC}" srcId="{EE147E7B-7673-4DE4-8913-6FDB6BA22AEB}" destId="{CD4F91D4-87B8-4ECE-A6F5-25C205AC4390}" srcOrd="5" destOrd="0" parTransId="{CE1AD5B8-4AF2-4D42-90C6-CB13608432E9}" sibTransId="{2367938C-D988-4EDA-AA65-2B59F7EDA387}"/>
    <dgm:cxn modelId="{C90F5D4B-D00B-40BD-98F4-CC4DCD1A2628}" srcId="{EE147E7B-7673-4DE4-8913-6FDB6BA22AEB}" destId="{923EA39E-FB2A-4C76-8DDE-D44AFF4F81F1}" srcOrd="3" destOrd="0" parTransId="{90BFBB22-780A-4BB6-9DFA-0B2F6746894D}" sibTransId="{D9F0D5FD-05A0-49FC-B798-EC0CD0D93500}"/>
    <dgm:cxn modelId="{18F8466B-C42C-4038-9D27-3F101E511F66}" srcId="{EE147E7B-7673-4DE4-8913-6FDB6BA22AEB}" destId="{8C4A765B-594A-44D7-B2C0-AEE7BFBEFC08}" srcOrd="2" destOrd="0" parTransId="{51FE6AA2-57F7-4831-A50B-85C546EE3EAC}" sibTransId="{132F3652-E51C-4C95-84AC-3BC17B28DB66}"/>
    <dgm:cxn modelId="{398BFE6E-2FBA-4861-81A3-FA8DA6B29E83}" type="presOf" srcId="{62721E0B-32D4-4D9A-ACA7-71A8200CA366}" destId="{296383FD-6947-47E3-B874-5063BADC9C6F}" srcOrd="0" destOrd="0" presId="urn:microsoft.com/office/officeart/2005/8/layout/venn1"/>
    <dgm:cxn modelId="{FDC7E08C-8454-4DB6-96D1-ADE3707B78E6}" srcId="{EE147E7B-7673-4DE4-8913-6FDB6BA22AEB}" destId="{F33E46E1-FBB3-498B-8F17-AD7CF5077163}" srcOrd="4" destOrd="0" parTransId="{A690C205-B4FA-4274-BDD1-C557A9F53998}" sibTransId="{A1813DB7-8CBE-42A0-A2A0-6C5BD845E0DC}"/>
    <dgm:cxn modelId="{5C90C08E-9E93-4F64-8441-751F5AC6E7FD}" srcId="{EE147E7B-7673-4DE4-8913-6FDB6BA22AEB}" destId="{62721E0B-32D4-4D9A-ACA7-71A8200CA366}" srcOrd="0" destOrd="0" parTransId="{BACA652E-3C90-461D-AB77-98834D43BC19}" sibTransId="{CD9E1B9D-7D42-4587-AB7A-A68CBF7C4063}"/>
    <dgm:cxn modelId="{626DDC90-7460-45B8-9DB2-4B25AEC28615}" srcId="{EE147E7B-7673-4DE4-8913-6FDB6BA22AEB}" destId="{DA28552E-2DC7-48CA-9C16-3A7F9D5C6032}" srcOrd="1" destOrd="0" parTransId="{BE06EAB1-C0DF-4B25-80B2-927776EC32BE}" sibTransId="{763E06AB-41BA-4D2C-B227-D56570C4A781}"/>
    <dgm:cxn modelId="{55A3B192-43CC-4254-9BC2-DD1311C52211}" type="presOf" srcId="{8C4A765B-594A-44D7-B2C0-AEE7BFBEFC08}" destId="{4ACD121F-D614-488B-A0FF-F930901730CB}" srcOrd="0" destOrd="0" presId="urn:microsoft.com/office/officeart/2005/8/layout/venn1"/>
    <dgm:cxn modelId="{D56207BE-5B1C-4B53-A640-75F7AF3D4516}" type="presOf" srcId="{EE147E7B-7673-4DE4-8913-6FDB6BA22AEB}" destId="{3185DA7F-E559-4D56-AFB8-1BB41B6FB5C3}" srcOrd="0" destOrd="0" presId="urn:microsoft.com/office/officeart/2005/8/layout/venn1"/>
    <dgm:cxn modelId="{93A519C1-AA99-4E60-B581-9A0417477418}" type="presOf" srcId="{DA28552E-2DC7-48CA-9C16-3A7F9D5C6032}" destId="{83FBB6CC-6BCB-4BBE-A120-D4252AB4BC2A}" srcOrd="0" destOrd="0" presId="urn:microsoft.com/office/officeart/2005/8/layout/venn1"/>
    <dgm:cxn modelId="{8A4017D4-7D73-4752-A016-A2F40E58ED44}" type="presOf" srcId="{CD4F91D4-87B8-4ECE-A6F5-25C205AC4390}" destId="{93A4A238-A9D5-418D-9D5D-A4C394B071F9}" srcOrd="0" destOrd="0" presId="urn:microsoft.com/office/officeart/2005/8/layout/venn1"/>
    <dgm:cxn modelId="{2D292CE2-A577-4AC5-B5FA-00F4378EC820}" type="presOf" srcId="{923EA39E-FB2A-4C76-8DDE-D44AFF4F81F1}" destId="{8DF83903-26BC-4469-B2EF-CAEA3D06ED27}" srcOrd="0" destOrd="0" presId="urn:microsoft.com/office/officeart/2005/8/layout/venn1"/>
    <dgm:cxn modelId="{E537ABE5-1B70-4E03-892B-186E4736AB60}" type="presOf" srcId="{F33E46E1-FBB3-498B-8F17-AD7CF5077163}" destId="{5A5E56AB-418F-4F56-9B32-5C2252BB7DFE}" srcOrd="0" destOrd="0" presId="urn:microsoft.com/office/officeart/2005/8/layout/venn1"/>
    <dgm:cxn modelId="{D1144EF3-D696-4E7F-B150-2F01BA6814B1}" type="presOf" srcId="{C73A87A7-919E-4E8D-9F10-E58766786E74}" destId="{4231857C-F23B-4BD2-952A-98F68E2F81D7}" srcOrd="0" destOrd="0" presId="urn:microsoft.com/office/officeart/2005/8/layout/venn1"/>
    <dgm:cxn modelId="{DB896CF3-7E89-4D57-9E81-B0F3F1E53D60}" type="presParOf" srcId="{3185DA7F-E559-4D56-AFB8-1BB41B6FB5C3}" destId="{B2E667B9-583E-4631-B49E-3651A0A692BB}" srcOrd="0" destOrd="0" presId="urn:microsoft.com/office/officeart/2005/8/layout/venn1"/>
    <dgm:cxn modelId="{C76AE52A-BA96-4BCA-90DE-7B6332FEF505}" type="presParOf" srcId="{3185DA7F-E559-4D56-AFB8-1BB41B6FB5C3}" destId="{296383FD-6947-47E3-B874-5063BADC9C6F}" srcOrd="1" destOrd="0" presId="urn:microsoft.com/office/officeart/2005/8/layout/venn1"/>
    <dgm:cxn modelId="{66268258-9428-4152-B6D3-9247A949F780}" type="presParOf" srcId="{3185DA7F-E559-4D56-AFB8-1BB41B6FB5C3}" destId="{4C8D420D-31FB-472B-86DC-7BA23D42E8F2}" srcOrd="2" destOrd="0" presId="urn:microsoft.com/office/officeart/2005/8/layout/venn1"/>
    <dgm:cxn modelId="{FFF5781C-E105-4FA0-9CE6-A4AC6D8F8719}" type="presParOf" srcId="{3185DA7F-E559-4D56-AFB8-1BB41B6FB5C3}" destId="{83FBB6CC-6BCB-4BBE-A120-D4252AB4BC2A}" srcOrd="3" destOrd="0" presId="urn:microsoft.com/office/officeart/2005/8/layout/venn1"/>
    <dgm:cxn modelId="{F900C0ED-1391-4B8B-839E-A598FB3E91BC}" type="presParOf" srcId="{3185DA7F-E559-4D56-AFB8-1BB41B6FB5C3}" destId="{F696386D-B36E-472F-95B4-3B32C448FEBD}" srcOrd="4" destOrd="0" presId="urn:microsoft.com/office/officeart/2005/8/layout/venn1"/>
    <dgm:cxn modelId="{034769BC-EB54-40B3-99E3-5ED7B62EBEDA}" type="presParOf" srcId="{3185DA7F-E559-4D56-AFB8-1BB41B6FB5C3}" destId="{4ACD121F-D614-488B-A0FF-F930901730CB}" srcOrd="5" destOrd="0" presId="urn:microsoft.com/office/officeart/2005/8/layout/venn1"/>
    <dgm:cxn modelId="{5AD18A48-279C-484D-80B3-98541D2C8A46}" type="presParOf" srcId="{3185DA7F-E559-4D56-AFB8-1BB41B6FB5C3}" destId="{BE7AF3AE-B2F9-46D6-B90C-05B4EE4E7BD7}" srcOrd="6" destOrd="0" presId="urn:microsoft.com/office/officeart/2005/8/layout/venn1"/>
    <dgm:cxn modelId="{72666285-7AF2-4FD9-9B28-AA5F35DDBFB4}" type="presParOf" srcId="{3185DA7F-E559-4D56-AFB8-1BB41B6FB5C3}" destId="{8DF83903-26BC-4469-B2EF-CAEA3D06ED27}" srcOrd="7" destOrd="0" presId="urn:microsoft.com/office/officeart/2005/8/layout/venn1"/>
    <dgm:cxn modelId="{D96B8735-AA4D-488F-BD7A-127B70819E17}" type="presParOf" srcId="{3185DA7F-E559-4D56-AFB8-1BB41B6FB5C3}" destId="{596675B1-C1B2-4412-97D2-B0A021A528AB}" srcOrd="8" destOrd="0" presId="urn:microsoft.com/office/officeart/2005/8/layout/venn1"/>
    <dgm:cxn modelId="{C96B28E1-1DE2-4FDD-A055-99BFB0115DC6}" type="presParOf" srcId="{3185DA7F-E559-4D56-AFB8-1BB41B6FB5C3}" destId="{5A5E56AB-418F-4F56-9B32-5C2252BB7DFE}" srcOrd="9" destOrd="0" presId="urn:microsoft.com/office/officeart/2005/8/layout/venn1"/>
    <dgm:cxn modelId="{90780B15-894D-484D-A1CA-F81FEB47EDAA}" type="presParOf" srcId="{3185DA7F-E559-4D56-AFB8-1BB41B6FB5C3}" destId="{F19566FC-6595-490B-A17A-942A0ADA1CE0}" srcOrd="10" destOrd="0" presId="urn:microsoft.com/office/officeart/2005/8/layout/venn1"/>
    <dgm:cxn modelId="{C7AA2DE6-31B4-475A-8D44-430AF28A3A7F}" type="presParOf" srcId="{3185DA7F-E559-4D56-AFB8-1BB41B6FB5C3}" destId="{93A4A238-A9D5-418D-9D5D-A4C394B071F9}" srcOrd="11" destOrd="0" presId="urn:microsoft.com/office/officeart/2005/8/layout/venn1"/>
    <dgm:cxn modelId="{FF01A3A0-4D7E-40AE-A695-886BFA77130A}" type="presParOf" srcId="{3185DA7F-E559-4D56-AFB8-1BB41B6FB5C3}" destId="{496B1223-A4BC-47A1-91B8-C9D5F8CA41B5}" srcOrd="12" destOrd="0" presId="urn:microsoft.com/office/officeart/2005/8/layout/venn1"/>
    <dgm:cxn modelId="{E6C918D2-B442-4D02-ABBE-05CF6DAD68CA}" type="presParOf" srcId="{3185DA7F-E559-4D56-AFB8-1BB41B6FB5C3}" destId="{4231857C-F23B-4BD2-952A-98F68E2F81D7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AADD862-41ED-4CA2-B6C4-4BB0B4A1F6BF}" type="doc">
      <dgm:prSet loTypeId="urn:microsoft.com/office/officeart/2005/8/layout/lProcess3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s-CO"/>
        </a:p>
      </dgm:t>
    </dgm:pt>
    <dgm:pt modelId="{4EA175A4-4E43-4795-A068-4370699F895D}">
      <dgm:prSet/>
      <dgm:spPr/>
      <dgm:t>
        <a:bodyPr/>
        <a:lstStyle/>
        <a:p>
          <a:r>
            <a:rPr lang="es-ES"/>
            <a:t>Son las </a:t>
          </a:r>
          <a:r>
            <a:rPr lang="es-ES" b="1"/>
            <a:t>acciones, procesos o comportamientos</a:t>
          </a:r>
          <a:r>
            <a:rPr lang="es-ES"/>
            <a:t> que el sistema debe llevar a cabo. Indican </a:t>
          </a:r>
          <a:r>
            <a:rPr lang="es-ES" b="1"/>
            <a:t>cómo debe responder el sistema</a:t>
          </a:r>
          <a:r>
            <a:rPr lang="es-ES"/>
            <a:t> ante determinadas entradas o situaciones.</a:t>
          </a:r>
          <a:endParaRPr lang="es-CO"/>
        </a:p>
      </dgm:t>
    </dgm:pt>
    <dgm:pt modelId="{E1ED13AA-22CF-4E1F-8C1B-80B84A28519E}" type="parTrans" cxnId="{1E619B39-12F7-4AAF-940F-A347B624341C}">
      <dgm:prSet/>
      <dgm:spPr/>
      <dgm:t>
        <a:bodyPr/>
        <a:lstStyle/>
        <a:p>
          <a:endParaRPr lang="es-CO"/>
        </a:p>
      </dgm:t>
    </dgm:pt>
    <dgm:pt modelId="{0FAFE902-987D-44BA-8DC8-93FE99B56713}" type="sibTrans" cxnId="{1E619B39-12F7-4AAF-940F-A347B624341C}">
      <dgm:prSet/>
      <dgm:spPr/>
      <dgm:t>
        <a:bodyPr/>
        <a:lstStyle/>
        <a:p>
          <a:endParaRPr lang="es-CO"/>
        </a:p>
      </dgm:t>
    </dgm:pt>
    <dgm:pt modelId="{79ED1F5B-0F4C-4CD9-8044-D672BE2B1293}" type="pres">
      <dgm:prSet presAssocID="{8AADD862-41ED-4CA2-B6C4-4BB0B4A1F6B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B4B89B4-13ED-4051-962B-0C8DF0585928}" type="pres">
      <dgm:prSet presAssocID="{4EA175A4-4E43-4795-A068-4370699F895D}" presName="horFlow" presStyleCnt="0"/>
      <dgm:spPr/>
    </dgm:pt>
    <dgm:pt modelId="{31B2DB16-564D-43ED-B0FA-B099B63F72B0}" type="pres">
      <dgm:prSet presAssocID="{4EA175A4-4E43-4795-A068-4370699F895D}" presName="bigChev" presStyleLbl="node1" presStyleIdx="0" presStyleCnt="1"/>
      <dgm:spPr/>
    </dgm:pt>
  </dgm:ptLst>
  <dgm:cxnLst>
    <dgm:cxn modelId="{1E619B39-12F7-4AAF-940F-A347B624341C}" srcId="{8AADD862-41ED-4CA2-B6C4-4BB0B4A1F6BF}" destId="{4EA175A4-4E43-4795-A068-4370699F895D}" srcOrd="0" destOrd="0" parTransId="{E1ED13AA-22CF-4E1F-8C1B-80B84A28519E}" sibTransId="{0FAFE902-987D-44BA-8DC8-93FE99B56713}"/>
    <dgm:cxn modelId="{9ADC6C44-04CA-4CA6-9753-5D3A6D34CBCC}" type="presOf" srcId="{4EA175A4-4E43-4795-A068-4370699F895D}" destId="{31B2DB16-564D-43ED-B0FA-B099B63F72B0}" srcOrd="0" destOrd="0" presId="urn:microsoft.com/office/officeart/2005/8/layout/lProcess3"/>
    <dgm:cxn modelId="{3EDCE8EF-1280-4045-904E-621C1609EF53}" type="presOf" srcId="{8AADD862-41ED-4CA2-B6C4-4BB0B4A1F6BF}" destId="{79ED1F5B-0F4C-4CD9-8044-D672BE2B1293}" srcOrd="0" destOrd="0" presId="urn:microsoft.com/office/officeart/2005/8/layout/lProcess3"/>
    <dgm:cxn modelId="{13398E3D-E417-4796-AC84-DB90D1C63B95}" type="presParOf" srcId="{79ED1F5B-0F4C-4CD9-8044-D672BE2B1293}" destId="{0B4B89B4-13ED-4051-962B-0C8DF0585928}" srcOrd="0" destOrd="0" presId="urn:microsoft.com/office/officeart/2005/8/layout/lProcess3"/>
    <dgm:cxn modelId="{0527F014-C994-4604-A77C-D021E163A496}" type="presParOf" srcId="{0B4B89B4-13ED-4051-962B-0C8DF0585928}" destId="{31B2DB16-564D-43ED-B0FA-B099B63F72B0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3E411FF-9245-40A2-9DD4-0C7CFDE2D5BA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CE515ADF-0E40-4819-91E6-FCE762377A22}">
      <dgm:prSet/>
      <dgm:spPr/>
      <dgm:t>
        <a:bodyPr/>
        <a:lstStyle/>
        <a:p>
          <a:r>
            <a:rPr lang="es-CO" b="1" i="0" baseline="0"/>
            <a:t>Describen funciones específicas</a:t>
          </a:r>
          <a:endParaRPr lang="es-CO"/>
        </a:p>
      </dgm:t>
    </dgm:pt>
    <dgm:pt modelId="{89B12E7E-FA74-49BA-ABD2-08EDFDF8DC11}" type="parTrans" cxnId="{01CC5247-6F13-494B-8CDB-AA30F8383100}">
      <dgm:prSet/>
      <dgm:spPr/>
      <dgm:t>
        <a:bodyPr/>
        <a:lstStyle/>
        <a:p>
          <a:endParaRPr lang="es-CO"/>
        </a:p>
      </dgm:t>
    </dgm:pt>
    <dgm:pt modelId="{BD5A9701-4971-456E-88D6-3E91F496D92B}" type="sibTrans" cxnId="{01CC5247-6F13-494B-8CDB-AA30F8383100}">
      <dgm:prSet/>
      <dgm:spPr/>
      <dgm:t>
        <a:bodyPr/>
        <a:lstStyle/>
        <a:p>
          <a:endParaRPr lang="es-CO"/>
        </a:p>
      </dgm:t>
    </dgm:pt>
    <dgm:pt modelId="{AFD8226B-649D-4556-A414-4C0CBC824C9A}">
      <dgm:prSet/>
      <dgm:spPr/>
      <dgm:t>
        <a:bodyPr/>
        <a:lstStyle/>
        <a:p>
          <a:r>
            <a:rPr lang="es-CO" b="1" i="0" baseline="0"/>
            <a:t>Se relacionan con las necesidades del usuario</a:t>
          </a:r>
          <a:endParaRPr lang="es-CO"/>
        </a:p>
      </dgm:t>
    </dgm:pt>
    <dgm:pt modelId="{9D6B4C4B-D445-46C0-BF36-EBF14234557A}" type="parTrans" cxnId="{97BD92A7-71D5-44FD-A58A-08CA8B68981B}">
      <dgm:prSet/>
      <dgm:spPr/>
      <dgm:t>
        <a:bodyPr/>
        <a:lstStyle/>
        <a:p>
          <a:endParaRPr lang="es-CO"/>
        </a:p>
      </dgm:t>
    </dgm:pt>
    <dgm:pt modelId="{08192F29-CA1D-430E-8F3C-1C565205CC85}" type="sibTrans" cxnId="{97BD92A7-71D5-44FD-A58A-08CA8B68981B}">
      <dgm:prSet/>
      <dgm:spPr/>
      <dgm:t>
        <a:bodyPr/>
        <a:lstStyle/>
        <a:p>
          <a:endParaRPr lang="es-CO"/>
        </a:p>
      </dgm:t>
    </dgm:pt>
    <dgm:pt modelId="{C7C807EB-92D4-4446-9548-E3652DCD4A6E}">
      <dgm:prSet/>
      <dgm:spPr/>
      <dgm:t>
        <a:bodyPr/>
        <a:lstStyle/>
        <a:p>
          <a:r>
            <a:rPr lang="es-CO" b="1" i="0" baseline="0"/>
            <a:t>Son medibles y comprobables</a:t>
          </a:r>
          <a:endParaRPr lang="es-CO"/>
        </a:p>
      </dgm:t>
    </dgm:pt>
    <dgm:pt modelId="{D21E7D07-0DB5-427D-A6B7-8FFE92C91BD2}" type="parTrans" cxnId="{EE1501D2-EFFA-4F88-AE0E-00AF090A26D2}">
      <dgm:prSet/>
      <dgm:spPr/>
      <dgm:t>
        <a:bodyPr/>
        <a:lstStyle/>
        <a:p>
          <a:endParaRPr lang="es-CO"/>
        </a:p>
      </dgm:t>
    </dgm:pt>
    <dgm:pt modelId="{530899D9-1B46-4CEA-9ED5-2DC9B00BE2E6}" type="sibTrans" cxnId="{EE1501D2-EFFA-4F88-AE0E-00AF090A26D2}">
      <dgm:prSet/>
      <dgm:spPr/>
      <dgm:t>
        <a:bodyPr/>
        <a:lstStyle/>
        <a:p>
          <a:endParaRPr lang="es-CO"/>
        </a:p>
      </dgm:t>
    </dgm:pt>
    <dgm:pt modelId="{8E0C25B0-EA17-4C00-AF60-9299088640C6}">
      <dgm:prSet/>
      <dgm:spPr/>
      <dgm:t>
        <a:bodyPr/>
        <a:lstStyle/>
        <a:p>
          <a:r>
            <a:rPr lang="es-CO" b="1" i="0" baseline="0"/>
            <a:t>Pueden representarse en diagramas o listas</a:t>
          </a:r>
          <a:endParaRPr lang="es-CO"/>
        </a:p>
      </dgm:t>
    </dgm:pt>
    <dgm:pt modelId="{9D86C0A4-5ADF-4275-8C7D-9096C6ACEB34}" type="parTrans" cxnId="{BEEA8C2E-8AE0-4F89-83CE-8831D9C921F8}">
      <dgm:prSet/>
      <dgm:spPr/>
      <dgm:t>
        <a:bodyPr/>
        <a:lstStyle/>
        <a:p>
          <a:endParaRPr lang="es-CO"/>
        </a:p>
      </dgm:t>
    </dgm:pt>
    <dgm:pt modelId="{3ECE75BC-970F-4509-95C7-C84672647AC5}" type="sibTrans" cxnId="{BEEA8C2E-8AE0-4F89-83CE-8831D9C921F8}">
      <dgm:prSet/>
      <dgm:spPr/>
      <dgm:t>
        <a:bodyPr/>
        <a:lstStyle/>
        <a:p>
          <a:endParaRPr lang="es-CO"/>
        </a:p>
      </dgm:t>
    </dgm:pt>
    <dgm:pt modelId="{80104D10-5C56-402E-A39E-E1F8517FF69D}" type="pres">
      <dgm:prSet presAssocID="{53E411FF-9245-40A2-9DD4-0C7CFDE2D5BA}" presName="compositeShape" presStyleCnt="0">
        <dgm:presLayoutVars>
          <dgm:dir/>
          <dgm:resizeHandles/>
        </dgm:presLayoutVars>
      </dgm:prSet>
      <dgm:spPr/>
    </dgm:pt>
    <dgm:pt modelId="{7E8A5186-A2F9-4D9F-B46F-20AF7D00E52C}" type="pres">
      <dgm:prSet presAssocID="{53E411FF-9245-40A2-9DD4-0C7CFDE2D5BA}" presName="pyramid" presStyleLbl="node1" presStyleIdx="0" presStyleCnt="1"/>
      <dgm:spPr/>
    </dgm:pt>
    <dgm:pt modelId="{2D9C08FA-5A3C-440A-A3C0-96CB7B2BF93C}" type="pres">
      <dgm:prSet presAssocID="{53E411FF-9245-40A2-9DD4-0C7CFDE2D5BA}" presName="theList" presStyleCnt="0"/>
      <dgm:spPr/>
    </dgm:pt>
    <dgm:pt modelId="{3153F715-1AE8-491B-8ABF-376DDE0E0198}" type="pres">
      <dgm:prSet presAssocID="{CE515ADF-0E40-4819-91E6-FCE762377A22}" presName="aNode" presStyleLbl="fgAcc1" presStyleIdx="0" presStyleCnt="4">
        <dgm:presLayoutVars>
          <dgm:bulletEnabled val="1"/>
        </dgm:presLayoutVars>
      </dgm:prSet>
      <dgm:spPr/>
    </dgm:pt>
    <dgm:pt modelId="{EC6C7591-65A2-43DB-92C8-323620731BB4}" type="pres">
      <dgm:prSet presAssocID="{CE515ADF-0E40-4819-91E6-FCE762377A22}" presName="aSpace" presStyleCnt="0"/>
      <dgm:spPr/>
    </dgm:pt>
    <dgm:pt modelId="{8DB39D49-C84D-41B4-8CBF-0E4D1825FCFE}" type="pres">
      <dgm:prSet presAssocID="{AFD8226B-649D-4556-A414-4C0CBC824C9A}" presName="aNode" presStyleLbl="fgAcc1" presStyleIdx="1" presStyleCnt="4">
        <dgm:presLayoutVars>
          <dgm:bulletEnabled val="1"/>
        </dgm:presLayoutVars>
      </dgm:prSet>
      <dgm:spPr/>
    </dgm:pt>
    <dgm:pt modelId="{22688C2F-3F74-4893-BDEE-94487D461C4C}" type="pres">
      <dgm:prSet presAssocID="{AFD8226B-649D-4556-A414-4C0CBC824C9A}" presName="aSpace" presStyleCnt="0"/>
      <dgm:spPr/>
    </dgm:pt>
    <dgm:pt modelId="{DB4D6588-A77C-4E14-8189-FCB22D703B31}" type="pres">
      <dgm:prSet presAssocID="{C7C807EB-92D4-4446-9548-E3652DCD4A6E}" presName="aNode" presStyleLbl="fgAcc1" presStyleIdx="2" presStyleCnt="4">
        <dgm:presLayoutVars>
          <dgm:bulletEnabled val="1"/>
        </dgm:presLayoutVars>
      </dgm:prSet>
      <dgm:spPr/>
    </dgm:pt>
    <dgm:pt modelId="{67DD3CC7-26E7-4F52-B4B7-3BF81315C859}" type="pres">
      <dgm:prSet presAssocID="{C7C807EB-92D4-4446-9548-E3652DCD4A6E}" presName="aSpace" presStyleCnt="0"/>
      <dgm:spPr/>
    </dgm:pt>
    <dgm:pt modelId="{6A6377A4-EC45-42A4-B331-CB21933BD429}" type="pres">
      <dgm:prSet presAssocID="{8E0C25B0-EA17-4C00-AF60-9299088640C6}" presName="aNode" presStyleLbl="fgAcc1" presStyleIdx="3" presStyleCnt="4">
        <dgm:presLayoutVars>
          <dgm:bulletEnabled val="1"/>
        </dgm:presLayoutVars>
      </dgm:prSet>
      <dgm:spPr/>
    </dgm:pt>
    <dgm:pt modelId="{350A0B9B-1AD7-4B4E-8961-42DDED32324D}" type="pres">
      <dgm:prSet presAssocID="{8E0C25B0-EA17-4C00-AF60-9299088640C6}" presName="aSpace" presStyleCnt="0"/>
      <dgm:spPr/>
    </dgm:pt>
  </dgm:ptLst>
  <dgm:cxnLst>
    <dgm:cxn modelId="{52A5D003-5262-4F23-BF22-BC9BCE64E531}" type="presOf" srcId="{8E0C25B0-EA17-4C00-AF60-9299088640C6}" destId="{6A6377A4-EC45-42A4-B331-CB21933BD429}" srcOrd="0" destOrd="0" presId="urn:microsoft.com/office/officeart/2005/8/layout/pyramid2"/>
    <dgm:cxn modelId="{1F14C423-21C9-429E-A483-2781BF8BAA6B}" type="presOf" srcId="{CE515ADF-0E40-4819-91E6-FCE762377A22}" destId="{3153F715-1AE8-491B-8ABF-376DDE0E0198}" srcOrd="0" destOrd="0" presId="urn:microsoft.com/office/officeart/2005/8/layout/pyramid2"/>
    <dgm:cxn modelId="{8A32DD2A-820B-44A6-A754-A710385ECBF8}" type="presOf" srcId="{AFD8226B-649D-4556-A414-4C0CBC824C9A}" destId="{8DB39D49-C84D-41B4-8CBF-0E4D1825FCFE}" srcOrd="0" destOrd="0" presId="urn:microsoft.com/office/officeart/2005/8/layout/pyramid2"/>
    <dgm:cxn modelId="{BEEA8C2E-8AE0-4F89-83CE-8831D9C921F8}" srcId="{53E411FF-9245-40A2-9DD4-0C7CFDE2D5BA}" destId="{8E0C25B0-EA17-4C00-AF60-9299088640C6}" srcOrd="3" destOrd="0" parTransId="{9D86C0A4-5ADF-4275-8C7D-9096C6ACEB34}" sibTransId="{3ECE75BC-970F-4509-95C7-C84672647AC5}"/>
    <dgm:cxn modelId="{01CC5247-6F13-494B-8CDB-AA30F8383100}" srcId="{53E411FF-9245-40A2-9DD4-0C7CFDE2D5BA}" destId="{CE515ADF-0E40-4819-91E6-FCE762377A22}" srcOrd="0" destOrd="0" parTransId="{89B12E7E-FA74-49BA-ABD2-08EDFDF8DC11}" sibTransId="{BD5A9701-4971-456E-88D6-3E91F496D92B}"/>
    <dgm:cxn modelId="{97BD92A7-71D5-44FD-A58A-08CA8B68981B}" srcId="{53E411FF-9245-40A2-9DD4-0C7CFDE2D5BA}" destId="{AFD8226B-649D-4556-A414-4C0CBC824C9A}" srcOrd="1" destOrd="0" parTransId="{9D6B4C4B-D445-46C0-BF36-EBF14234557A}" sibTransId="{08192F29-CA1D-430E-8F3C-1C565205CC85}"/>
    <dgm:cxn modelId="{EE1501D2-EFFA-4F88-AE0E-00AF090A26D2}" srcId="{53E411FF-9245-40A2-9DD4-0C7CFDE2D5BA}" destId="{C7C807EB-92D4-4446-9548-E3652DCD4A6E}" srcOrd="2" destOrd="0" parTransId="{D21E7D07-0DB5-427D-A6B7-8FFE92C91BD2}" sibTransId="{530899D9-1B46-4CEA-9ED5-2DC9B00BE2E6}"/>
    <dgm:cxn modelId="{EEE4AFD2-8044-458F-A219-87F829DAA4BE}" type="presOf" srcId="{C7C807EB-92D4-4446-9548-E3652DCD4A6E}" destId="{DB4D6588-A77C-4E14-8189-FCB22D703B31}" srcOrd="0" destOrd="0" presId="urn:microsoft.com/office/officeart/2005/8/layout/pyramid2"/>
    <dgm:cxn modelId="{40BAC1E0-9C57-43A6-99C7-5E30C27FAA46}" type="presOf" srcId="{53E411FF-9245-40A2-9DD4-0C7CFDE2D5BA}" destId="{80104D10-5C56-402E-A39E-E1F8517FF69D}" srcOrd="0" destOrd="0" presId="urn:microsoft.com/office/officeart/2005/8/layout/pyramid2"/>
    <dgm:cxn modelId="{CABBF878-4626-41A0-8DB8-33F6137D9876}" type="presParOf" srcId="{80104D10-5C56-402E-A39E-E1F8517FF69D}" destId="{7E8A5186-A2F9-4D9F-B46F-20AF7D00E52C}" srcOrd="0" destOrd="0" presId="urn:microsoft.com/office/officeart/2005/8/layout/pyramid2"/>
    <dgm:cxn modelId="{5B82F99C-4341-49DC-9C99-CDC12F488853}" type="presParOf" srcId="{80104D10-5C56-402E-A39E-E1F8517FF69D}" destId="{2D9C08FA-5A3C-440A-A3C0-96CB7B2BF93C}" srcOrd="1" destOrd="0" presId="urn:microsoft.com/office/officeart/2005/8/layout/pyramid2"/>
    <dgm:cxn modelId="{2C220C32-5E19-44E6-A59D-2B4AE07594FE}" type="presParOf" srcId="{2D9C08FA-5A3C-440A-A3C0-96CB7B2BF93C}" destId="{3153F715-1AE8-491B-8ABF-376DDE0E0198}" srcOrd="0" destOrd="0" presId="urn:microsoft.com/office/officeart/2005/8/layout/pyramid2"/>
    <dgm:cxn modelId="{F480C0E5-48B7-4381-BDB0-89FC8DB36271}" type="presParOf" srcId="{2D9C08FA-5A3C-440A-A3C0-96CB7B2BF93C}" destId="{EC6C7591-65A2-43DB-92C8-323620731BB4}" srcOrd="1" destOrd="0" presId="urn:microsoft.com/office/officeart/2005/8/layout/pyramid2"/>
    <dgm:cxn modelId="{273A2EC3-C983-4224-A3A2-7897FDD41500}" type="presParOf" srcId="{2D9C08FA-5A3C-440A-A3C0-96CB7B2BF93C}" destId="{8DB39D49-C84D-41B4-8CBF-0E4D1825FCFE}" srcOrd="2" destOrd="0" presId="urn:microsoft.com/office/officeart/2005/8/layout/pyramid2"/>
    <dgm:cxn modelId="{D343ECB2-6CB0-48A4-9929-E3B74EC579F5}" type="presParOf" srcId="{2D9C08FA-5A3C-440A-A3C0-96CB7B2BF93C}" destId="{22688C2F-3F74-4893-BDEE-94487D461C4C}" srcOrd="3" destOrd="0" presId="urn:microsoft.com/office/officeart/2005/8/layout/pyramid2"/>
    <dgm:cxn modelId="{C874C90C-4900-416B-9C05-51FB35E047D2}" type="presParOf" srcId="{2D9C08FA-5A3C-440A-A3C0-96CB7B2BF93C}" destId="{DB4D6588-A77C-4E14-8189-FCB22D703B31}" srcOrd="4" destOrd="0" presId="urn:microsoft.com/office/officeart/2005/8/layout/pyramid2"/>
    <dgm:cxn modelId="{CF6DD91E-6118-4EEE-BB8F-3BABC81A4EEB}" type="presParOf" srcId="{2D9C08FA-5A3C-440A-A3C0-96CB7B2BF93C}" destId="{67DD3CC7-26E7-4F52-B4B7-3BF81315C859}" srcOrd="5" destOrd="0" presId="urn:microsoft.com/office/officeart/2005/8/layout/pyramid2"/>
    <dgm:cxn modelId="{2775FDD0-79E9-4484-A34F-650ACB8C3700}" type="presParOf" srcId="{2D9C08FA-5A3C-440A-A3C0-96CB7B2BF93C}" destId="{6A6377A4-EC45-42A4-B331-CB21933BD429}" srcOrd="6" destOrd="0" presId="urn:microsoft.com/office/officeart/2005/8/layout/pyramid2"/>
    <dgm:cxn modelId="{9A12C571-F259-472D-8E11-42B822576F5A}" type="presParOf" srcId="{2D9C08FA-5A3C-440A-A3C0-96CB7B2BF93C}" destId="{350A0B9B-1AD7-4B4E-8961-42DDED32324D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801D2D9-D4BB-4AC2-B686-4F975F6895BF}" type="doc">
      <dgm:prSet loTypeId="urn:microsoft.com/office/officeart/2005/8/layout/venn1" loCatId="relationship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C79AA6A1-C129-4358-B5C0-63546A6195EC}">
      <dgm:prSet/>
      <dgm:spPr/>
      <dgm:t>
        <a:bodyPr/>
        <a:lstStyle/>
        <a:p>
          <a:r>
            <a:rPr lang="es-ES"/>
            <a:t>son las </a:t>
          </a:r>
          <a:r>
            <a:rPr lang="es-ES" b="1"/>
            <a:t>condiciones o cualidades</a:t>
          </a:r>
          <a:r>
            <a:rPr lang="es-ES"/>
            <a:t> que el sistema debe cumplir para funcionar correctamente, pero </a:t>
          </a:r>
          <a:r>
            <a:rPr lang="es-ES" b="1"/>
            <a:t>no describen acciones específicas</a:t>
          </a:r>
          <a:r>
            <a:rPr lang="es-ES"/>
            <a:t>, sino </a:t>
          </a:r>
          <a:r>
            <a:rPr lang="es-ES" b="1"/>
            <a:t>cómo</a:t>
          </a:r>
          <a:r>
            <a:rPr lang="es-ES"/>
            <a:t> debe comportarse o </a:t>
          </a:r>
          <a:r>
            <a:rPr lang="es-ES" b="1"/>
            <a:t>qué características debe tener</a:t>
          </a:r>
          <a:r>
            <a:rPr lang="es-ES"/>
            <a:t>.</a:t>
          </a:r>
          <a:endParaRPr lang="es-CO"/>
        </a:p>
      </dgm:t>
    </dgm:pt>
    <dgm:pt modelId="{482AA640-C39A-41B3-BE74-4296F38063CA}" type="parTrans" cxnId="{4892BE0B-0FB8-4C52-81B7-93B2D9AC2C79}">
      <dgm:prSet/>
      <dgm:spPr/>
      <dgm:t>
        <a:bodyPr/>
        <a:lstStyle/>
        <a:p>
          <a:endParaRPr lang="es-CO"/>
        </a:p>
      </dgm:t>
    </dgm:pt>
    <dgm:pt modelId="{AC6031F2-2329-4D2F-9050-76AC4750AE5B}" type="sibTrans" cxnId="{4892BE0B-0FB8-4C52-81B7-93B2D9AC2C79}">
      <dgm:prSet/>
      <dgm:spPr/>
      <dgm:t>
        <a:bodyPr/>
        <a:lstStyle/>
        <a:p>
          <a:endParaRPr lang="es-CO"/>
        </a:p>
      </dgm:t>
    </dgm:pt>
    <dgm:pt modelId="{3E513DFC-7ACA-4BD8-8754-3DBC8F1C9E01}" type="pres">
      <dgm:prSet presAssocID="{D801D2D9-D4BB-4AC2-B686-4F975F6895BF}" presName="compositeShape" presStyleCnt="0">
        <dgm:presLayoutVars>
          <dgm:chMax val="7"/>
          <dgm:dir/>
          <dgm:resizeHandles val="exact"/>
        </dgm:presLayoutVars>
      </dgm:prSet>
      <dgm:spPr/>
    </dgm:pt>
    <dgm:pt modelId="{AE419513-7D6C-4D17-8569-61AFC73B8C31}" type="pres">
      <dgm:prSet presAssocID="{C79AA6A1-C129-4358-B5C0-63546A6195EC}" presName="circ1TxSh" presStyleLbl="vennNode1" presStyleIdx="0" presStyleCnt="1" custScaleX="176032"/>
      <dgm:spPr/>
    </dgm:pt>
  </dgm:ptLst>
  <dgm:cxnLst>
    <dgm:cxn modelId="{4892BE0B-0FB8-4C52-81B7-93B2D9AC2C79}" srcId="{D801D2D9-D4BB-4AC2-B686-4F975F6895BF}" destId="{C79AA6A1-C129-4358-B5C0-63546A6195EC}" srcOrd="0" destOrd="0" parTransId="{482AA640-C39A-41B3-BE74-4296F38063CA}" sibTransId="{AC6031F2-2329-4D2F-9050-76AC4750AE5B}"/>
    <dgm:cxn modelId="{25881E18-1AD9-4DD6-B997-6193710CB98F}" type="presOf" srcId="{D801D2D9-D4BB-4AC2-B686-4F975F6895BF}" destId="{3E513DFC-7ACA-4BD8-8754-3DBC8F1C9E01}" srcOrd="0" destOrd="0" presId="urn:microsoft.com/office/officeart/2005/8/layout/venn1"/>
    <dgm:cxn modelId="{DF3A47B3-E3F6-4D29-AA81-A7536B6761E0}" type="presOf" srcId="{C79AA6A1-C129-4358-B5C0-63546A6195EC}" destId="{AE419513-7D6C-4D17-8569-61AFC73B8C31}" srcOrd="0" destOrd="0" presId="urn:microsoft.com/office/officeart/2005/8/layout/venn1"/>
    <dgm:cxn modelId="{0F97DF72-0042-469C-AFE4-44E78297D967}" type="presParOf" srcId="{3E513DFC-7ACA-4BD8-8754-3DBC8F1C9E01}" destId="{AE419513-7D6C-4D17-8569-61AFC73B8C31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83736FC-7CD0-49EB-9928-BB25FDBFB586}" type="doc">
      <dgm:prSet loTypeId="urn:microsoft.com/office/officeart/2005/8/layout/vList2" loCatId="list" qsTypeId="urn:microsoft.com/office/officeart/2005/8/quickstyle/3d2" qsCatId="3D" csTypeId="urn:microsoft.com/office/officeart/2005/8/colors/colorful4" csCatId="colorful"/>
      <dgm:spPr/>
      <dgm:t>
        <a:bodyPr/>
        <a:lstStyle/>
        <a:p>
          <a:endParaRPr lang="es-CO"/>
        </a:p>
      </dgm:t>
    </dgm:pt>
    <dgm:pt modelId="{4AF78949-8275-4E86-8881-C8CD3C209014}">
      <dgm:prSet/>
      <dgm:spPr/>
      <dgm:t>
        <a:bodyPr/>
        <a:lstStyle/>
        <a:p>
          <a:r>
            <a:rPr lang="es-CO"/>
            <a:t>Describen atributos de calidad</a:t>
          </a:r>
        </a:p>
      </dgm:t>
    </dgm:pt>
    <dgm:pt modelId="{AAEC598B-4E73-4EB6-B154-BDBBA100BC29}" type="parTrans" cxnId="{2633CDA2-23FA-4D63-AECD-77921F44D492}">
      <dgm:prSet/>
      <dgm:spPr/>
      <dgm:t>
        <a:bodyPr/>
        <a:lstStyle/>
        <a:p>
          <a:endParaRPr lang="es-CO"/>
        </a:p>
      </dgm:t>
    </dgm:pt>
    <dgm:pt modelId="{05ABE9A9-B099-4580-8280-F2EBF3402D92}" type="sibTrans" cxnId="{2633CDA2-23FA-4D63-AECD-77921F44D492}">
      <dgm:prSet/>
      <dgm:spPr/>
      <dgm:t>
        <a:bodyPr/>
        <a:lstStyle/>
        <a:p>
          <a:endParaRPr lang="es-CO"/>
        </a:p>
      </dgm:t>
    </dgm:pt>
    <dgm:pt modelId="{106FC520-41E8-4034-B3C2-306B61316725}">
      <dgm:prSet/>
      <dgm:spPr/>
      <dgm:t>
        <a:bodyPr/>
        <a:lstStyle/>
        <a:p>
          <a:r>
            <a:rPr lang="es-ES"/>
            <a:t>Afectan la experiencia del usuario</a:t>
          </a:r>
          <a:endParaRPr lang="es-CO"/>
        </a:p>
      </dgm:t>
    </dgm:pt>
    <dgm:pt modelId="{C1D44F50-3B17-4355-B40D-9ADB909B5C4E}" type="parTrans" cxnId="{C5251F2B-E56C-4EC6-875F-02DA00069084}">
      <dgm:prSet/>
      <dgm:spPr/>
      <dgm:t>
        <a:bodyPr/>
        <a:lstStyle/>
        <a:p>
          <a:endParaRPr lang="es-CO"/>
        </a:p>
      </dgm:t>
    </dgm:pt>
    <dgm:pt modelId="{7E5F0738-D46E-42E1-BE45-26FFE43C20B4}" type="sibTrans" cxnId="{C5251F2B-E56C-4EC6-875F-02DA00069084}">
      <dgm:prSet/>
      <dgm:spPr/>
      <dgm:t>
        <a:bodyPr/>
        <a:lstStyle/>
        <a:p>
          <a:endParaRPr lang="es-CO"/>
        </a:p>
      </dgm:t>
    </dgm:pt>
    <dgm:pt modelId="{E0F9739C-8FBA-4410-8482-35EEBA22BCDC}">
      <dgm:prSet/>
      <dgm:spPr/>
      <dgm:t>
        <a:bodyPr/>
        <a:lstStyle/>
        <a:p>
          <a:r>
            <a:rPr lang="es-CO"/>
            <a:t>Son medibles o verificables</a:t>
          </a:r>
        </a:p>
      </dgm:t>
    </dgm:pt>
    <dgm:pt modelId="{B0A87DB4-C208-4D05-9A0C-BE42D403839A}" type="parTrans" cxnId="{13519B00-F578-4D46-B5BE-E3DB6141C6EB}">
      <dgm:prSet/>
      <dgm:spPr/>
      <dgm:t>
        <a:bodyPr/>
        <a:lstStyle/>
        <a:p>
          <a:endParaRPr lang="es-CO"/>
        </a:p>
      </dgm:t>
    </dgm:pt>
    <dgm:pt modelId="{CAE0278A-FA18-4792-8F68-455335F2E15D}" type="sibTrans" cxnId="{13519B00-F578-4D46-B5BE-E3DB6141C6EB}">
      <dgm:prSet/>
      <dgm:spPr/>
      <dgm:t>
        <a:bodyPr/>
        <a:lstStyle/>
        <a:p>
          <a:endParaRPr lang="es-CO"/>
        </a:p>
      </dgm:t>
    </dgm:pt>
    <dgm:pt modelId="{81B9F1F8-EB92-4D46-99B9-ED34E1C70F02}">
      <dgm:prSet/>
      <dgm:spPr/>
      <dgm:t>
        <a:bodyPr/>
        <a:lstStyle/>
        <a:p>
          <a:r>
            <a:rPr lang="es-ES"/>
            <a:t>Influyen en el diseño técnico</a:t>
          </a:r>
          <a:endParaRPr lang="es-CO"/>
        </a:p>
      </dgm:t>
    </dgm:pt>
    <dgm:pt modelId="{1456DA0C-EBA6-4668-952B-3F9B11AC32CB}" type="parTrans" cxnId="{4143482D-909F-413E-B7B4-B36866E4D53D}">
      <dgm:prSet/>
      <dgm:spPr/>
      <dgm:t>
        <a:bodyPr/>
        <a:lstStyle/>
        <a:p>
          <a:endParaRPr lang="es-CO"/>
        </a:p>
      </dgm:t>
    </dgm:pt>
    <dgm:pt modelId="{20E2C7F7-6770-4D73-8818-EECF2C0375B0}" type="sibTrans" cxnId="{4143482D-909F-413E-B7B4-B36866E4D53D}">
      <dgm:prSet/>
      <dgm:spPr/>
      <dgm:t>
        <a:bodyPr/>
        <a:lstStyle/>
        <a:p>
          <a:endParaRPr lang="es-CO"/>
        </a:p>
      </dgm:t>
    </dgm:pt>
    <dgm:pt modelId="{B9CAA25D-E4A9-4931-9857-A7CC630A70C8}" type="pres">
      <dgm:prSet presAssocID="{383736FC-7CD0-49EB-9928-BB25FDBFB586}" presName="linear" presStyleCnt="0">
        <dgm:presLayoutVars>
          <dgm:animLvl val="lvl"/>
          <dgm:resizeHandles val="exact"/>
        </dgm:presLayoutVars>
      </dgm:prSet>
      <dgm:spPr/>
    </dgm:pt>
    <dgm:pt modelId="{68FADEFB-02C8-4C1C-9A89-3BA172CB6B78}" type="pres">
      <dgm:prSet presAssocID="{4AF78949-8275-4E86-8881-C8CD3C2090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A08D63E-E14C-4635-9029-6DC560AB53F0}" type="pres">
      <dgm:prSet presAssocID="{05ABE9A9-B099-4580-8280-F2EBF3402D92}" presName="spacer" presStyleCnt="0"/>
      <dgm:spPr/>
    </dgm:pt>
    <dgm:pt modelId="{E0492842-8C7D-44D2-973E-613EDA7E0F85}" type="pres">
      <dgm:prSet presAssocID="{106FC520-41E8-4034-B3C2-306B613167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2C1096-7C57-4613-AFF9-3C19B7AAB2C3}" type="pres">
      <dgm:prSet presAssocID="{7E5F0738-D46E-42E1-BE45-26FFE43C20B4}" presName="spacer" presStyleCnt="0"/>
      <dgm:spPr/>
    </dgm:pt>
    <dgm:pt modelId="{BB3096FC-BCA1-48B8-BD72-42B542C16109}" type="pres">
      <dgm:prSet presAssocID="{E0F9739C-8FBA-4410-8482-35EEBA22BC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F0CD571-665B-4581-8570-401B3B7B6442}" type="pres">
      <dgm:prSet presAssocID="{CAE0278A-FA18-4792-8F68-455335F2E15D}" presName="spacer" presStyleCnt="0"/>
      <dgm:spPr/>
    </dgm:pt>
    <dgm:pt modelId="{2BA017AD-9ED7-40AA-8085-18BDB270AB40}" type="pres">
      <dgm:prSet presAssocID="{81B9F1F8-EB92-4D46-99B9-ED34E1C70F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3519B00-F578-4D46-B5BE-E3DB6141C6EB}" srcId="{383736FC-7CD0-49EB-9928-BB25FDBFB586}" destId="{E0F9739C-8FBA-4410-8482-35EEBA22BCDC}" srcOrd="2" destOrd="0" parTransId="{B0A87DB4-C208-4D05-9A0C-BE42D403839A}" sibTransId="{CAE0278A-FA18-4792-8F68-455335F2E15D}"/>
    <dgm:cxn modelId="{C5251F2B-E56C-4EC6-875F-02DA00069084}" srcId="{383736FC-7CD0-49EB-9928-BB25FDBFB586}" destId="{106FC520-41E8-4034-B3C2-306B61316725}" srcOrd="1" destOrd="0" parTransId="{C1D44F50-3B17-4355-B40D-9ADB909B5C4E}" sibTransId="{7E5F0738-D46E-42E1-BE45-26FFE43C20B4}"/>
    <dgm:cxn modelId="{4143482D-909F-413E-B7B4-B36866E4D53D}" srcId="{383736FC-7CD0-49EB-9928-BB25FDBFB586}" destId="{81B9F1F8-EB92-4D46-99B9-ED34E1C70F02}" srcOrd="3" destOrd="0" parTransId="{1456DA0C-EBA6-4668-952B-3F9B11AC32CB}" sibTransId="{20E2C7F7-6770-4D73-8818-EECF2C0375B0}"/>
    <dgm:cxn modelId="{76AAB164-B399-4142-867B-288FC2B86BFE}" type="presOf" srcId="{383736FC-7CD0-49EB-9928-BB25FDBFB586}" destId="{B9CAA25D-E4A9-4931-9857-A7CC630A70C8}" srcOrd="0" destOrd="0" presId="urn:microsoft.com/office/officeart/2005/8/layout/vList2"/>
    <dgm:cxn modelId="{8AA49359-9038-492A-BCB7-C9194BFE58AF}" type="presOf" srcId="{4AF78949-8275-4E86-8881-C8CD3C209014}" destId="{68FADEFB-02C8-4C1C-9A89-3BA172CB6B78}" srcOrd="0" destOrd="0" presId="urn:microsoft.com/office/officeart/2005/8/layout/vList2"/>
    <dgm:cxn modelId="{2633CDA2-23FA-4D63-AECD-77921F44D492}" srcId="{383736FC-7CD0-49EB-9928-BB25FDBFB586}" destId="{4AF78949-8275-4E86-8881-C8CD3C209014}" srcOrd="0" destOrd="0" parTransId="{AAEC598B-4E73-4EB6-B154-BDBBA100BC29}" sibTransId="{05ABE9A9-B099-4580-8280-F2EBF3402D92}"/>
    <dgm:cxn modelId="{C20F6FC8-A3A9-4A1E-8E29-B0E49746D741}" type="presOf" srcId="{106FC520-41E8-4034-B3C2-306B61316725}" destId="{E0492842-8C7D-44D2-973E-613EDA7E0F85}" srcOrd="0" destOrd="0" presId="urn:microsoft.com/office/officeart/2005/8/layout/vList2"/>
    <dgm:cxn modelId="{247D3DCF-CF6F-4C8E-A5FC-37664B90D3F5}" type="presOf" srcId="{E0F9739C-8FBA-4410-8482-35EEBA22BCDC}" destId="{BB3096FC-BCA1-48B8-BD72-42B542C16109}" srcOrd="0" destOrd="0" presId="urn:microsoft.com/office/officeart/2005/8/layout/vList2"/>
    <dgm:cxn modelId="{353C12E6-7DEF-4AC4-8993-5C2F28DC5F7D}" type="presOf" srcId="{81B9F1F8-EB92-4D46-99B9-ED34E1C70F02}" destId="{2BA017AD-9ED7-40AA-8085-18BDB270AB40}" srcOrd="0" destOrd="0" presId="urn:microsoft.com/office/officeart/2005/8/layout/vList2"/>
    <dgm:cxn modelId="{F78F8658-954D-41C5-8929-55599CAE15B4}" type="presParOf" srcId="{B9CAA25D-E4A9-4931-9857-A7CC630A70C8}" destId="{68FADEFB-02C8-4C1C-9A89-3BA172CB6B78}" srcOrd="0" destOrd="0" presId="urn:microsoft.com/office/officeart/2005/8/layout/vList2"/>
    <dgm:cxn modelId="{4CBC2B38-0A48-48D2-BCB4-E8249E2F18B3}" type="presParOf" srcId="{B9CAA25D-E4A9-4931-9857-A7CC630A70C8}" destId="{DA08D63E-E14C-4635-9029-6DC560AB53F0}" srcOrd="1" destOrd="0" presId="urn:microsoft.com/office/officeart/2005/8/layout/vList2"/>
    <dgm:cxn modelId="{D4272093-FAA9-4754-A3F5-BEE3FABC7E03}" type="presParOf" srcId="{B9CAA25D-E4A9-4931-9857-A7CC630A70C8}" destId="{E0492842-8C7D-44D2-973E-613EDA7E0F85}" srcOrd="2" destOrd="0" presId="urn:microsoft.com/office/officeart/2005/8/layout/vList2"/>
    <dgm:cxn modelId="{4CCE865B-BFA7-4D00-AD4A-BE56821EBE04}" type="presParOf" srcId="{B9CAA25D-E4A9-4931-9857-A7CC630A70C8}" destId="{362C1096-7C57-4613-AFF9-3C19B7AAB2C3}" srcOrd="3" destOrd="0" presId="urn:microsoft.com/office/officeart/2005/8/layout/vList2"/>
    <dgm:cxn modelId="{9624A2E4-4614-42AA-B8D5-653BCEA60007}" type="presParOf" srcId="{B9CAA25D-E4A9-4931-9857-A7CC630A70C8}" destId="{BB3096FC-BCA1-48B8-BD72-42B542C16109}" srcOrd="4" destOrd="0" presId="urn:microsoft.com/office/officeart/2005/8/layout/vList2"/>
    <dgm:cxn modelId="{820858A9-3EBA-4B1B-8C5F-99E73C9FC232}" type="presParOf" srcId="{B9CAA25D-E4A9-4931-9857-A7CC630A70C8}" destId="{7F0CD571-665B-4581-8570-401B3B7B6442}" srcOrd="5" destOrd="0" presId="urn:microsoft.com/office/officeart/2005/8/layout/vList2"/>
    <dgm:cxn modelId="{671617DC-28B5-4441-AB58-E6FFDC55C657}" type="presParOf" srcId="{B9CAA25D-E4A9-4931-9857-A7CC630A70C8}" destId="{2BA017AD-9ED7-40AA-8085-18BDB270AB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1C0BD-7DCE-42E9-88A5-93FAE986817E}">
      <dsp:nvSpPr>
        <dsp:cNvPr id="0" name=""/>
        <dsp:cNvSpPr/>
      </dsp:nvSpPr>
      <dsp:spPr>
        <a:xfrm>
          <a:off x="0" y="834886"/>
          <a:ext cx="6271591" cy="1113182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BEE85-1296-4687-AD00-3F2700725531}">
      <dsp:nvSpPr>
        <dsp:cNvPr id="0" name=""/>
        <dsp:cNvSpPr/>
      </dsp:nvSpPr>
      <dsp:spPr>
        <a:xfrm>
          <a:off x="2756" y="0"/>
          <a:ext cx="1819006" cy="1113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kern="1200"/>
            <a:t>Creación o Instanciación</a:t>
          </a:r>
        </a:p>
      </dsp:txBody>
      <dsp:txXfrm>
        <a:off x="2756" y="0"/>
        <a:ext cx="1819006" cy="1113182"/>
      </dsp:txXfrm>
    </dsp:sp>
    <dsp:sp modelId="{CB09FE2B-0926-433D-9376-738DE8751BF4}">
      <dsp:nvSpPr>
        <dsp:cNvPr id="0" name=""/>
        <dsp:cNvSpPr/>
      </dsp:nvSpPr>
      <dsp:spPr>
        <a:xfrm>
          <a:off x="773111" y="1252330"/>
          <a:ext cx="278295" cy="27829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22D73-5A14-4296-B142-B2A5F1724C8D}">
      <dsp:nvSpPr>
        <dsp:cNvPr id="0" name=""/>
        <dsp:cNvSpPr/>
      </dsp:nvSpPr>
      <dsp:spPr>
        <a:xfrm>
          <a:off x="1912712" y="1669773"/>
          <a:ext cx="1819006" cy="1113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kern="1200"/>
            <a:t>Uso o Existencia</a:t>
          </a:r>
        </a:p>
      </dsp:txBody>
      <dsp:txXfrm>
        <a:off x="1912712" y="1669773"/>
        <a:ext cx="1819006" cy="1113182"/>
      </dsp:txXfrm>
    </dsp:sp>
    <dsp:sp modelId="{2E0E9100-40AC-4995-9E7E-740354E5BE57}">
      <dsp:nvSpPr>
        <dsp:cNvPr id="0" name=""/>
        <dsp:cNvSpPr/>
      </dsp:nvSpPr>
      <dsp:spPr>
        <a:xfrm>
          <a:off x="2683068" y="1252330"/>
          <a:ext cx="278295" cy="278295"/>
        </a:xfrm>
        <a:prstGeom prst="ellipse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4174A5-5F6F-4AD4-914D-C2415D2CCCDB}">
      <dsp:nvSpPr>
        <dsp:cNvPr id="0" name=""/>
        <dsp:cNvSpPr/>
      </dsp:nvSpPr>
      <dsp:spPr>
        <a:xfrm>
          <a:off x="3822669" y="0"/>
          <a:ext cx="1819006" cy="1113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kern="1200"/>
            <a:t>Destrucción</a:t>
          </a:r>
        </a:p>
      </dsp:txBody>
      <dsp:txXfrm>
        <a:off x="3822669" y="0"/>
        <a:ext cx="1819006" cy="1113182"/>
      </dsp:txXfrm>
    </dsp:sp>
    <dsp:sp modelId="{B9157674-C783-4CB7-A132-6BC3C45CED48}">
      <dsp:nvSpPr>
        <dsp:cNvPr id="0" name=""/>
        <dsp:cNvSpPr/>
      </dsp:nvSpPr>
      <dsp:spPr>
        <a:xfrm>
          <a:off x="4593024" y="1252330"/>
          <a:ext cx="278295" cy="278295"/>
        </a:xfrm>
        <a:prstGeom prst="ellips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85F39-2A51-4C7D-A0AF-D348C3BD463B}">
      <dsp:nvSpPr>
        <dsp:cNvPr id="0" name=""/>
        <dsp:cNvSpPr/>
      </dsp:nvSpPr>
      <dsp:spPr>
        <a:xfrm>
          <a:off x="0" y="645013"/>
          <a:ext cx="10515600" cy="1530961"/>
        </a:xfrm>
        <a:prstGeom prst="rightArrow">
          <a:avLst>
            <a:gd name="adj1" fmla="val 5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254000" bIns="24304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900" b="0" i="0" kern="1200" baseline="0"/>
            <a:t>Planificación</a:t>
          </a:r>
          <a:endParaRPr lang="es-CO" sz="2900" kern="1200"/>
        </a:p>
      </dsp:txBody>
      <dsp:txXfrm>
        <a:off x="0" y="1027753"/>
        <a:ext cx="10132860" cy="765481"/>
      </dsp:txXfrm>
    </dsp:sp>
    <dsp:sp modelId="{8DD6C2CD-FD9A-400C-90B7-CA85ED589A2B}">
      <dsp:nvSpPr>
        <dsp:cNvPr id="0" name=""/>
        <dsp:cNvSpPr/>
      </dsp:nvSpPr>
      <dsp:spPr>
        <a:xfrm>
          <a:off x="2423845" y="1155028"/>
          <a:ext cx="8091754" cy="1530961"/>
        </a:xfrm>
        <a:prstGeom prst="rightArrow">
          <a:avLst>
            <a:gd name="adj1" fmla="val 50000"/>
            <a:gd name="adj2" fmla="val 50000"/>
          </a:avLst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254000" bIns="24304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900" b="0" i="0" kern="1200" baseline="0"/>
            <a:t>Análisis</a:t>
          </a:r>
          <a:endParaRPr lang="es-CO" sz="2900" kern="1200"/>
        </a:p>
      </dsp:txBody>
      <dsp:txXfrm>
        <a:off x="2423845" y="1537768"/>
        <a:ext cx="7709014" cy="765481"/>
      </dsp:txXfrm>
    </dsp:sp>
    <dsp:sp modelId="{0732197C-954E-46C0-80A0-4D438B615519}">
      <dsp:nvSpPr>
        <dsp:cNvPr id="0" name=""/>
        <dsp:cNvSpPr/>
      </dsp:nvSpPr>
      <dsp:spPr>
        <a:xfrm>
          <a:off x="4847691" y="1665348"/>
          <a:ext cx="5667908" cy="1530961"/>
        </a:xfrm>
        <a:prstGeom prst="rightArrow">
          <a:avLst>
            <a:gd name="adj1" fmla="val 50000"/>
            <a:gd name="adj2" fmla="val 50000"/>
          </a:avLst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254000" bIns="24304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900" b="0" i="0" kern="1200" baseline="0"/>
            <a:t>Diseño</a:t>
          </a:r>
          <a:endParaRPr lang="es-CO" sz="2900" kern="1200"/>
        </a:p>
      </dsp:txBody>
      <dsp:txXfrm>
        <a:off x="4847691" y="2048088"/>
        <a:ext cx="5285168" cy="765481"/>
      </dsp:txXfrm>
    </dsp:sp>
    <dsp:sp modelId="{0AAA4EE9-5648-4E06-BF1D-D63BF035F91B}">
      <dsp:nvSpPr>
        <dsp:cNvPr id="0" name=""/>
        <dsp:cNvSpPr/>
      </dsp:nvSpPr>
      <dsp:spPr>
        <a:xfrm>
          <a:off x="7271537" y="2175362"/>
          <a:ext cx="3244062" cy="1530961"/>
        </a:xfrm>
        <a:prstGeom prst="rightArrow">
          <a:avLst>
            <a:gd name="adj1" fmla="val 5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254000" bIns="24304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900" b="0" i="0" kern="1200" baseline="0"/>
            <a:t>Implementación</a:t>
          </a:r>
          <a:endParaRPr lang="es-CO" sz="2900" kern="1200"/>
        </a:p>
      </dsp:txBody>
      <dsp:txXfrm>
        <a:off x="7271537" y="2558102"/>
        <a:ext cx="2861322" cy="7654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611C8-E8F7-49F6-AA72-0099E424BC4D}">
      <dsp:nvSpPr>
        <dsp:cNvPr id="0" name=""/>
        <dsp:cNvSpPr/>
      </dsp:nvSpPr>
      <dsp:spPr>
        <a:xfrm>
          <a:off x="2671611" y="0"/>
          <a:ext cx="5452269" cy="5452269"/>
        </a:xfrm>
        <a:prstGeom prst="triangl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70A193-28CA-43D1-81F3-00978DA702AC}">
      <dsp:nvSpPr>
        <dsp:cNvPr id="0" name=""/>
        <dsp:cNvSpPr/>
      </dsp:nvSpPr>
      <dsp:spPr>
        <a:xfrm>
          <a:off x="5397746" y="545759"/>
          <a:ext cx="3543974" cy="7752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0" i="0" kern="1200" baseline="0"/>
            <a:t>Organizar personal para el proyecto.</a:t>
          </a:r>
          <a:endParaRPr lang="es-CO" sz="1900" kern="1200"/>
        </a:p>
      </dsp:txBody>
      <dsp:txXfrm>
        <a:off x="5435590" y="583603"/>
        <a:ext cx="3468286" cy="699556"/>
      </dsp:txXfrm>
    </dsp:sp>
    <dsp:sp modelId="{C94428B8-7409-47E3-934C-2A62004DDFE7}">
      <dsp:nvSpPr>
        <dsp:cNvPr id="0" name=""/>
        <dsp:cNvSpPr/>
      </dsp:nvSpPr>
      <dsp:spPr>
        <a:xfrm>
          <a:off x="5397746" y="1417909"/>
          <a:ext cx="3543974" cy="7752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0" i="0" kern="1200" baseline="0"/>
            <a:t>Dirigir y controlar el proyecto</a:t>
          </a:r>
          <a:endParaRPr lang="es-CO" sz="1900" kern="1200"/>
        </a:p>
      </dsp:txBody>
      <dsp:txXfrm>
        <a:off x="5435590" y="1455753"/>
        <a:ext cx="3468286" cy="699556"/>
      </dsp:txXfrm>
    </dsp:sp>
    <dsp:sp modelId="{5A0925E8-C785-4A67-AC08-491E617BF095}">
      <dsp:nvSpPr>
        <dsp:cNvPr id="0" name=""/>
        <dsp:cNvSpPr/>
      </dsp:nvSpPr>
      <dsp:spPr>
        <a:xfrm>
          <a:off x="5397746" y="2290059"/>
          <a:ext cx="3543974" cy="7752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/>
            <a:t>R</a:t>
          </a:r>
          <a:r>
            <a:rPr lang="es-CO" sz="1900" b="0" i="0" kern="1200" baseline="0"/>
            <a:t>efinar estimaciones</a:t>
          </a:r>
          <a:endParaRPr lang="es-CO" sz="1900" kern="1200"/>
        </a:p>
      </dsp:txBody>
      <dsp:txXfrm>
        <a:off x="5435590" y="2327903"/>
        <a:ext cx="3468286" cy="699556"/>
      </dsp:txXfrm>
    </dsp:sp>
    <dsp:sp modelId="{20AD915B-2617-482D-A1FA-C7193A514126}">
      <dsp:nvSpPr>
        <dsp:cNvPr id="0" name=""/>
        <dsp:cNvSpPr/>
      </dsp:nvSpPr>
      <dsp:spPr>
        <a:xfrm>
          <a:off x="5397746" y="3162209"/>
          <a:ext cx="3543974" cy="7752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0" i="0" kern="1200" baseline="0"/>
            <a:t>Seguimiento de tareas</a:t>
          </a:r>
          <a:endParaRPr lang="es-CO" sz="1900" kern="1200"/>
        </a:p>
      </dsp:txBody>
      <dsp:txXfrm>
        <a:off x="5435590" y="3200053"/>
        <a:ext cx="3468286" cy="699556"/>
      </dsp:txXfrm>
    </dsp:sp>
    <dsp:sp modelId="{24844C48-147E-4810-9BBE-8AB5D3F787C4}">
      <dsp:nvSpPr>
        <dsp:cNvPr id="0" name=""/>
        <dsp:cNvSpPr/>
      </dsp:nvSpPr>
      <dsp:spPr>
        <a:xfrm>
          <a:off x="5397746" y="4034359"/>
          <a:ext cx="3543974" cy="7752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0" i="0" kern="1200" baseline="0"/>
            <a:t>Coordinación</a:t>
          </a:r>
          <a:endParaRPr lang="es-CO" sz="1900" kern="1200"/>
        </a:p>
      </dsp:txBody>
      <dsp:txXfrm>
        <a:off x="5435590" y="4072203"/>
        <a:ext cx="3468286" cy="6995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4A02F6-1129-4AE4-B0FC-FA9F0190DA7E}">
      <dsp:nvSpPr>
        <dsp:cNvPr id="0" name=""/>
        <dsp:cNvSpPr/>
      </dsp:nvSpPr>
      <dsp:spPr>
        <a:xfrm>
          <a:off x="2209899" y="0"/>
          <a:ext cx="5300696" cy="5300696"/>
        </a:xfrm>
        <a:prstGeom prst="triangl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B8AD8-C7B3-4644-8DD3-19481347A2CF}">
      <dsp:nvSpPr>
        <dsp:cNvPr id="0" name=""/>
        <dsp:cNvSpPr/>
      </dsp:nvSpPr>
      <dsp:spPr>
        <a:xfrm>
          <a:off x="4860247" y="530587"/>
          <a:ext cx="3445452" cy="3768463"/>
        </a:xfrm>
        <a:prstGeom prst="round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El </a:t>
          </a:r>
          <a:r>
            <a:rPr lang="es-ES" sz="2500" b="1" kern="1200"/>
            <a:t>análisis de un sistema</a:t>
          </a:r>
          <a:r>
            <a:rPr lang="es-ES" sz="2500" kern="1200"/>
            <a:t> es el proceso de </a:t>
          </a:r>
          <a:r>
            <a:rPr lang="es-ES" sz="2500" b="1" kern="1200"/>
            <a:t>examinar detalladamente los componentes, procesos, relaciones y flujos de información</a:t>
          </a:r>
          <a:r>
            <a:rPr lang="es-ES" sz="2500" kern="1200"/>
            <a:t> dentro de un sistema.</a:t>
          </a:r>
          <a:endParaRPr lang="es-CO" sz="2500" kern="1200"/>
        </a:p>
      </dsp:txBody>
      <dsp:txXfrm>
        <a:off x="5028440" y="698780"/>
        <a:ext cx="3109066" cy="34320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E667B9-583E-4631-B49E-3651A0A692BB}">
      <dsp:nvSpPr>
        <dsp:cNvPr id="0" name=""/>
        <dsp:cNvSpPr/>
      </dsp:nvSpPr>
      <dsp:spPr>
        <a:xfrm>
          <a:off x="3894387" y="1303571"/>
          <a:ext cx="1669964" cy="1670169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96383FD-6947-47E3-B874-5063BADC9C6F}">
      <dsp:nvSpPr>
        <dsp:cNvPr id="0" name=""/>
        <dsp:cNvSpPr/>
      </dsp:nvSpPr>
      <dsp:spPr>
        <a:xfrm>
          <a:off x="3772618" y="0"/>
          <a:ext cx="1913501" cy="10240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i="0" kern="1200" baseline="0"/>
            <a:t>Estudio profundo del sistema actual</a:t>
          </a:r>
          <a:endParaRPr lang="es-CO" sz="2100" kern="1200"/>
        </a:p>
      </dsp:txBody>
      <dsp:txXfrm>
        <a:off x="3772618" y="0"/>
        <a:ext cx="1913501" cy="1024015"/>
      </dsp:txXfrm>
    </dsp:sp>
    <dsp:sp modelId="{4C8D420D-31FB-472B-86DC-7BA23D42E8F2}">
      <dsp:nvSpPr>
        <dsp:cNvPr id="0" name=""/>
        <dsp:cNvSpPr/>
      </dsp:nvSpPr>
      <dsp:spPr>
        <a:xfrm>
          <a:off x="4384243" y="1539095"/>
          <a:ext cx="1669964" cy="1670169"/>
        </a:xfrm>
        <a:prstGeom prst="ellipse">
          <a:avLst/>
        </a:prstGeom>
        <a:solidFill>
          <a:schemeClr val="accent4">
            <a:alpha val="50000"/>
            <a:hueOff val="1633482"/>
            <a:satOff val="-6796"/>
            <a:lumOff val="16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3FBB6CC-6BCB-4BBE-A120-D4252AB4BC2A}">
      <dsp:nvSpPr>
        <dsp:cNvPr id="0" name=""/>
        <dsp:cNvSpPr/>
      </dsp:nvSpPr>
      <dsp:spPr>
        <a:xfrm>
          <a:off x="6260170" y="972814"/>
          <a:ext cx="1809128" cy="112641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i="0" kern="1200" baseline="0"/>
            <a:t>Identificación de problemas y necesidades</a:t>
          </a:r>
          <a:endParaRPr lang="es-CO" sz="2100" kern="1200"/>
        </a:p>
      </dsp:txBody>
      <dsp:txXfrm>
        <a:off x="6260170" y="972814"/>
        <a:ext cx="1809128" cy="1126417"/>
      </dsp:txXfrm>
    </dsp:sp>
    <dsp:sp modelId="{F696386D-B36E-472F-95B4-3B32C448FEBD}">
      <dsp:nvSpPr>
        <dsp:cNvPr id="0" name=""/>
        <dsp:cNvSpPr/>
      </dsp:nvSpPr>
      <dsp:spPr>
        <a:xfrm>
          <a:off x="4504620" y="2069023"/>
          <a:ext cx="1669964" cy="1670169"/>
        </a:xfrm>
        <a:prstGeom prst="ellipse">
          <a:avLst/>
        </a:prstGeom>
        <a:solidFill>
          <a:schemeClr val="accent4">
            <a:alpha val="50000"/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ACD121F-D614-488B-A0FF-F930901730CB}">
      <dsp:nvSpPr>
        <dsp:cNvPr id="0" name=""/>
        <dsp:cNvSpPr/>
      </dsp:nvSpPr>
      <dsp:spPr>
        <a:xfrm>
          <a:off x="6434125" y="2406436"/>
          <a:ext cx="1774337" cy="120321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i="0" kern="1200" baseline="0"/>
            <a:t>Definición de requisitos del nuevo sistema</a:t>
          </a:r>
          <a:endParaRPr lang="es-CO" sz="2100" kern="1200"/>
        </a:p>
      </dsp:txBody>
      <dsp:txXfrm>
        <a:off x="6434125" y="2406436"/>
        <a:ext cx="1774337" cy="1203218"/>
      </dsp:txXfrm>
    </dsp:sp>
    <dsp:sp modelId="{BE7AF3AE-B2F9-46D6-B90C-05B4EE4E7BD7}">
      <dsp:nvSpPr>
        <dsp:cNvPr id="0" name=""/>
        <dsp:cNvSpPr/>
      </dsp:nvSpPr>
      <dsp:spPr>
        <a:xfrm>
          <a:off x="4165756" y="2493989"/>
          <a:ext cx="1669964" cy="1670169"/>
        </a:xfrm>
        <a:prstGeom prst="ellipse">
          <a:avLst/>
        </a:prstGeom>
        <a:solidFill>
          <a:schemeClr val="accent4">
            <a:alpha val="50000"/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DF83903-26BC-4469-B2EF-CAEA3D06ED27}">
      <dsp:nvSpPr>
        <dsp:cNvPr id="0" name=""/>
        <dsp:cNvSpPr/>
      </dsp:nvSpPr>
      <dsp:spPr>
        <a:xfrm>
          <a:off x="5668724" y="4019261"/>
          <a:ext cx="1913501" cy="110081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i="0" kern="1200" baseline="0"/>
            <a:t>Modelado del sistema</a:t>
          </a:r>
          <a:endParaRPr lang="es-CO" sz="2100" kern="1200"/>
        </a:p>
      </dsp:txBody>
      <dsp:txXfrm>
        <a:off x="5668724" y="4019261"/>
        <a:ext cx="1913501" cy="1100816"/>
      </dsp:txXfrm>
    </dsp:sp>
    <dsp:sp modelId="{596675B1-C1B2-4412-97D2-B0A021A528AB}">
      <dsp:nvSpPr>
        <dsp:cNvPr id="0" name=""/>
        <dsp:cNvSpPr/>
      </dsp:nvSpPr>
      <dsp:spPr>
        <a:xfrm>
          <a:off x="3623017" y="2493989"/>
          <a:ext cx="1669964" cy="1670169"/>
        </a:xfrm>
        <a:prstGeom prst="ellipse">
          <a:avLst/>
        </a:prstGeom>
        <a:solidFill>
          <a:schemeClr val="accent4">
            <a:alpha val="50000"/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A5E56AB-418F-4F56-9B32-5C2252BB7DFE}">
      <dsp:nvSpPr>
        <dsp:cNvPr id="0" name=""/>
        <dsp:cNvSpPr/>
      </dsp:nvSpPr>
      <dsp:spPr>
        <a:xfrm>
          <a:off x="1876513" y="4019261"/>
          <a:ext cx="1913501" cy="110081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i="0" kern="1200" baseline="0"/>
            <a:t>Interacción con los usuarios</a:t>
          </a:r>
          <a:endParaRPr lang="es-CO" sz="2100" kern="1200"/>
        </a:p>
      </dsp:txBody>
      <dsp:txXfrm>
        <a:off x="1876513" y="4019261"/>
        <a:ext cx="1913501" cy="1100816"/>
      </dsp:txXfrm>
    </dsp:sp>
    <dsp:sp modelId="{F19566FC-6595-490B-A17A-942A0ADA1CE0}">
      <dsp:nvSpPr>
        <dsp:cNvPr id="0" name=""/>
        <dsp:cNvSpPr/>
      </dsp:nvSpPr>
      <dsp:spPr>
        <a:xfrm>
          <a:off x="3284154" y="2069023"/>
          <a:ext cx="1669964" cy="1670169"/>
        </a:xfrm>
        <a:prstGeom prst="ellipse">
          <a:avLst/>
        </a:prstGeom>
        <a:solidFill>
          <a:schemeClr val="accent4">
            <a:alpha val="50000"/>
            <a:hueOff val="8167408"/>
            <a:satOff val="-33981"/>
            <a:lumOff val="80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3A4A238-A9D5-418D-9D5D-A4C394B071F9}">
      <dsp:nvSpPr>
        <dsp:cNvPr id="0" name=""/>
        <dsp:cNvSpPr/>
      </dsp:nvSpPr>
      <dsp:spPr>
        <a:xfrm>
          <a:off x="1250276" y="2406436"/>
          <a:ext cx="1774337" cy="120321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i="0" kern="1200" baseline="0"/>
            <a:t>Evaluación de factibilidad</a:t>
          </a:r>
          <a:endParaRPr lang="es-CO" sz="2100" kern="1200"/>
        </a:p>
      </dsp:txBody>
      <dsp:txXfrm>
        <a:off x="1250276" y="2406436"/>
        <a:ext cx="1774337" cy="1203218"/>
      </dsp:txXfrm>
    </dsp:sp>
    <dsp:sp modelId="{496B1223-A4BC-47A1-91B8-C9D5F8CA41B5}">
      <dsp:nvSpPr>
        <dsp:cNvPr id="0" name=""/>
        <dsp:cNvSpPr/>
      </dsp:nvSpPr>
      <dsp:spPr>
        <a:xfrm>
          <a:off x="3404530" y="1539095"/>
          <a:ext cx="1669964" cy="1670169"/>
        </a:xfrm>
        <a:prstGeom prst="ellipse">
          <a:avLst/>
        </a:prstGeom>
        <a:solidFill>
          <a:schemeClr val="accent4">
            <a:alpha val="50000"/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231857C-F23B-4BD2-952A-98F68E2F81D7}">
      <dsp:nvSpPr>
        <dsp:cNvPr id="0" name=""/>
        <dsp:cNvSpPr/>
      </dsp:nvSpPr>
      <dsp:spPr>
        <a:xfrm>
          <a:off x="1389440" y="972814"/>
          <a:ext cx="1809128" cy="112641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i="0" kern="1200" baseline="0"/>
            <a:t>Documentación detallada</a:t>
          </a:r>
          <a:br>
            <a:rPr lang="es-CO" sz="2100" b="0" i="0" kern="1200" baseline="0"/>
          </a:br>
          <a:endParaRPr lang="es-CO" sz="2100" kern="1200"/>
        </a:p>
      </dsp:txBody>
      <dsp:txXfrm>
        <a:off x="1389440" y="972814"/>
        <a:ext cx="1809128" cy="11264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2DB16-564D-43ED-B0FA-B099B63F72B0}">
      <dsp:nvSpPr>
        <dsp:cNvPr id="0" name=""/>
        <dsp:cNvSpPr/>
      </dsp:nvSpPr>
      <dsp:spPr>
        <a:xfrm>
          <a:off x="0" y="72548"/>
          <a:ext cx="10515600" cy="4206240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200" kern="1200"/>
            <a:t>Son las </a:t>
          </a:r>
          <a:r>
            <a:rPr lang="es-ES" sz="4200" b="1" kern="1200"/>
            <a:t>acciones, procesos o comportamientos</a:t>
          </a:r>
          <a:r>
            <a:rPr lang="es-ES" sz="4200" kern="1200"/>
            <a:t> que el sistema debe llevar a cabo. Indican </a:t>
          </a:r>
          <a:r>
            <a:rPr lang="es-ES" sz="4200" b="1" kern="1200"/>
            <a:t>cómo debe responder el sistema</a:t>
          </a:r>
          <a:r>
            <a:rPr lang="es-ES" sz="4200" kern="1200"/>
            <a:t> ante determinadas entradas o situaciones.</a:t>
          </a:r>
          <a:endParaRPr lang="es-CO" sz="4200" kern="1200"/>
        </a:p>
      </dsp:txBody>
      <dsp:txXfrm>
        <a:off x="2103120" y="72548"/>
        <a:ext cx="6309360" cy="42062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A5186-A2F9-4D9F-B46F-20AF7D00E52C}">
      <dsp:nvSpPr>
        <dsp:cNvPr id="0" name=""/>
        <dsp:cNvSpPr/>
      </dsp:nvSpPr>
      <dsp:spPr>
        <a:xfrm>
          <a:off x="1928349" y="0"/>
          <a:ext cx="5210134" cy="5210134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3F715-1AE8-491B-8ABF-376DDE0E0198}">
      <dsp:nvSpPr>
        <dsp:cNvPr id="0" name=""/>
        <dsp:cNvSpPr/>
      </dsp:nvSpPr>
      <dsp:spPr>
        <a:xfrm>
          <a:off x="4533416" y="521522"/>
          <a:ext cx="3386587" cy="92601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i="0" kern="1200" baseline="0"/>
            <a:t>Describen funciones específicas</a:t>
          </a:r>
          <a:endParaRPr lang="es-CO" sz="2300" kern="1200"/>
        </a:p>
      </dsp:txBody>
      <dsp:txXfrm>
        <a:off x="4578621" y="566727"/>
        <a:ext cx="3296177" cy="835609"/>
      </dsp:txXfrm>
    </dsp:sp>
    <dsp:sp modelId="{8DB39D49-C84D-41B4-8CBF-0E4D1825FCFE}">
      <dsp:nvSpPr>
        <dsp:cNvPr id="0" name=""/>
        <dsp:cNvSpPr/>
      </dsp:nvSpPr>
      <dsp:spPr>
        <a:xfrm>
          <a:off x="4533416" y="1563294"/>
          <a:ext cx="3386587" cy="92601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i="0" kern="1200" baseline="0"/>
            <a:t>Se relacionan con las necesidades del usuario</a:t>
          </a:r>
          <a:endParaRPr lang="es-CO" sz="2300" kern="1200"/>
        </a:p>
      </dsp:txBody>
      <dsp:txXfrm>
        <a:off x="4578621" y="1608499"/>
        <a:ext cx="3296177" cy="835609"/>
      </dsp:txXfrm>
    </dsp:sp>
    <dsp:sp modelId="{DB4D6588-A77C-4E14-8189-FCB22D703B31}">
      <dsp:nvSpPr>
        <dsp:cNvPr id="0" name=""/>
        <dsp:cNvSpPr/>
      </dsp:nvSpPr>
      <dsp:spPr>
        <a:xfrm>
          <a:off x="4533416" y="2605067"/>
          <a:ext cx="3386587" cy="92601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i="0" kern="1200" baseline="0"/>
            <a:t>Son medibles y comprobables</a:t>
          </a:r>
          <a:endParaRPr lang="es-CO" sz="2300" kern="1200"/>
        </a:p>
      </dsp:txBody>
      <dsp:txXfrm>
        <a:off x="4578621" y="2650272"/>
        <a:ext cx="3296177" cy="835609"/>
      </dsp:txXfrm>
    </dsp:sp>
    <dsp:sp modelId="{6A6377A4-EC45-42A4-B331-CB21933BD429}">
      <dsp:nvSpPr>
        <dsp:cNvPr id="0" name=""/>
        <dsp:cNvSpPr/>
      </dsp:nvSpPr>
      <dsp:spPr>
        <a:xfrm>
          <a:off x="4533416" y="3646839"/>
          <a:ext cx="3386587" cy="92601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i="0" kern="1200" baseline="0"/>
            <a:t>Pueden representarse en diagramas o listas</a:t>
          </a:r>
          <a:endParaRPr lang="es-CO" sz="2300" kern="1200"/>
        </a:p>
      </dsp:txBody>
      <dsp:txXfrm>
        <a:off x="4578621" y="3692044"/>
        <a:ext cx="3296177" cy="8356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19513-7D6C-4D17-8569-61AFC73B8C31}">
      <dsp:nvSpPr>
        <dsp:cNvPr id="0" name=""/>
        <dsp:cNvSpPr/>
      </dsp:nvSpPr>
      <dsp:spPr>
        <a:xfrm>
          <a:off x="1427926" y="0"/>
          <a:ext cx="7659747" cy="4351338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son las </a:t>
          </a:r>
          <a:r>
            <a:rPr lang="es-ES" sz="3100" b="1" kern="1200"/>
            <a:t>condiciones o cualidades</a:t>
          </a:r>
          <a:r>
            <a:rPr lang="es-ES" sz="3100" kern="1200"/>
            <a:t> que el sistema debe cumplir para funcionar correctamente, pero </a:t>
          </a:r>
          <a:r>
            <a:rPr lang="es-ES" sz="3100" b="1" kern="1200"/>
            <a:t>no describen acciones específicas</a:t>
          </a:r>
          <a:r>
            <a:rPr lang="es-ES" sz="3100" kern="1200"/>
            <a:t>, sino </a:t>
          </a:r>
          <a:r>
            <a:rPr lang="es-ES" sz="3100" b="1" kern="1200"/>
            <a:t>cómo</a:t>
          </a:r>
          <a:r>
            <a:rPr lang="es-ES" sz="3100" kern="1200"/>
            <a:t> debe comportarse o </a:t>
          </a:r>
          <a:r>
            <a:rPr lang="es-ES" sz="3100" b="1" kern="1200"/>
            <a:t>qué características debe tener</a:t>
          </a:r>
          <a:r>
            <a:rPr lang="es-ES" sz="3100" kern="1200"/>
            <a:t>.</a:t>
          </a:r>
          <a:endParaRPr lang="es-CO" sz="3100" kern="1200"/>
        </a:p>
      </dsp:txBody>
      <dsp:txXfrm>
        <a:off x="2549670" y="637239"/>
        <a:ext cx="5416259" cy="30768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ADEFB-02C8-4C1C-9A89-3BA172CB6B78}">
      <dsp:nvSpPr>
        <dsp:cNvPr id="0" name=""/>
        <dsp:cNvSpPr/>
      </dsp:nvSpPr>
      <dsp:spPr>
        <a:xfrm>
          <a:off x="0" y="31779"/>
          <a:ext cx="10515600" cy="983384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100" kern="1200"/>
            <a:t>Describen atributos de calidad</a:t>
          </a:r>
        </a:p>
      </dsp:txBody>
      <dsp:txXfrm>
        <a:off x="48005" y="79784"/>
        <a:ext cx="10419590" cy="887374"/>
      </dsp:txXfrm>
    </dsp:sp>
    <dsp:sp modelId="{E0492842-8C7D-44D2-973E-613EDA7E0F85}">
      <dsp:nvSpPr>
        <dsp:cNvPr id="0" name=""/>
        <dsp:cNvSpPr/>
      </dsp:nvSpPr>
      <dsp:spPr>
        <a:xfrm>
          <a:off x="0" y="1133244"/>
          <a:ext cx="10515600" cy="983384"/>
        </a:xfrm>
        <a:prstGeom prst="roundRect">
          <a:avLst/>
        </a:prstGeom>
        <a:gradFill rotWithShape="0">
          <a:gsLst>
            <a:gs pos="0">
              <a:schemeClr val="accent4">
                <a:hueOff val="3266964"/>
                <a:satOff val="-13592"/>
                <a:lumOff val="32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66964"/>
                <a:satOff val="-13592"/>
                <a:lumOff val="32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66964"/>
                <a:satOff val="-13592"/>
                <a:lumOff val="32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kern="1200"/>
            <a:t>Afectan la experiencia del usuario</a:t>
          </a:r>
          <a:endParaRPr lang="es-CO" sz="4100" kern="1200"/>
        </a:p>
      </dsp:txBody>
      <dsp:txXfrm>
        <a:off x="48005" y="1181249"/>
        <a:ext cx="10419590" cy="887374"/>
      </dsp:txXfrm>
    </dsp:sp>
    <dsp:sp modelId="{BB3096FC-BCA1-48B8-BD72-42B542C16109}">
      <dsp:nvSpPr>
        <dsp:cNvPr id="0" name=""/>
        <dsp:cNvSpPr/>
      </dsp:nvSpPr>
      <dsp:spPr>
        <a:xfrm>
          <a:off x="0" y="2234709"/>
          <a:ext cx="10515600" cy="983384"/>
        </a:xfrm>
        <a:prstGeom prst="roundRect">
          <a:avLst/>
        </a:prstGeom>
        <a:gradFill rotWithShape="0">
          <a:gsLst>
            <a:gs pos="0">
              <a:schemeClr val="accent4">
                <a:hueOff val="6533927"/>
                <a:satOff val="-27185"/>
                <a:lumOff val="64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33927"/>
                <a:satOff val="-27185"/>
                <a:lumOff val="64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33927"/>
                <a:satOff val="-27185"/>
                <a:lumOff val="64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100" kern="1200"/>
            <a:t>Son medibles o verificables</a:t>
          </a:r>
        </a:p>
      </dsp:txBody>
      <dsp:txXfrm>
        <a:off x="48005" y="2282714"/>
        <a:ext cx="10419590" cy="887374"/>
      </dsp:txXfrm>
    </dsp:sp>
    <dsp:sp modelId="{2BA017AD-9ED7-40AA-8085-18BDB270AB40}">
      <dsp:nvSpPr>
        <dsp:cNvPr id="0" name=""/>
        <dsp:cNvSpPr/>
      </dsp:nvSpPr>
      <dsp:spPr>
        <a:xfrm>
          <a:off x="0" y="3336174"/>
          <a:ext cx="10515600" cy="983384"/>
        </a:xfrm>
        <a:prstGeom prst="roundRec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kern="1200"/>
            <a:t>Influyen en el diseño técnico</a:t>
          </a:r>
          <a:endParaRPr lang="es-CO" sz="4100" kern="1200"/>
        </a:p>
      </dsp:txBody>
      <dsp:txXfrm>
        <a:off x="48005" y="3384179"/>
        <a:ext cx="10419590" cy="887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1E0A0-B612-46D5-A78F-A342585B7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7F429C-7969-4C0A-9947-7D2A353E9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CD6615-9A35-4B41-831D-2057AE9A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990307-1F99-49AE-94D1-5DC5B605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8E6D57-5CA8-4897-ABD4-0F2AC014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312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676E6-E300-408F-A5FD-BD7F4609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5D3F11-D75B-40BF-896E-14BC26347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4D2C95-938A-4945-BF37-950A409D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C8D630-78E3-4F62-8933-886C5571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7A7BFE-9B7D-4CC6-9098-6979859A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394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7C94C-8EE6-4BEC-A8DF-1AF80214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A9FF52-2E74-4BC1-80F2-B2CC832B1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678B52-FF42-4CE3-8552-6B1847870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9DC076-D3C0-40BE-AF19-6524A2BDE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25C44A-0C16-4986-8CC7-5B62CB0D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045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0CDAF-464C-447C-B41D-1E237BEDF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802CFF-92D5-4316-AED9-CB4C22702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21F531-11F1-40AD-87DF-282321AF8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C51167-9F3F-4D1C-B507-09D005DC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BB0796-E4D6-446D-ABE2-703E46F7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B917CC-2467-48BE-A7E8-5BDAD2C8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607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1FB66-6A5A-4931-813A-18DD981F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8E968C-B752-44AE-904C-F88601D00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C58FF6-65A9-4FE5-A535-638D9C711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37AD1A-8E1E-447B-B0FF-E32EF6744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9F27CE-A2BC-483C-9CEC-E29BA1B87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8FC03B3-9864-4BC4-BE77-6F85987B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27BD3B-2F92-4AE8-B5C1-7726EDDE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F8BC1F9-F113-4A26-9DFD-525245DC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154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E735C-6AB8-4D53-ACC0-8430AA66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15AACE-D3B1-4B6A-B3C0-AB03CFD3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0E6D7F-0F7A-4B32-BCCF-F92D5706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FA7AF9-274A-4D42-9E58-4BBC0C11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751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913F28-E4C8-44EB-A1E2-1C24208B9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154337-0E5C-407B-A18C-47A6096D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8F1E6C-6D3B-43BD-81CA-6ECBC1C5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131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951D4-5807-45E3-917C-05B7186E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1A6EEC-EDEB-4ACB-AF50-3616A9342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DAFA37-FFA3-4359-90A3-4707E7EAD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4FF45-A92A-433C-8381-9E6CAC55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04865A-2149-49DE-86D6-C3A0EA68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3579B4-AAA8-44BC-B9F9-CF73A853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81707-535E-4633-BFDA-ABFAC731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636CB55-8645-479C-BE3F-736F9E390C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EB81D5-D676-45C2-AF7E-CEF67A03C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DA74AA-3818-4E5A-ABBC-CE4A76B7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489511-7B00-4EC4-8AA8-16077CA2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BBDFE7-FB9C-402C-909C-5E313523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76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BFDB6-71B2-46A4-95EA-A8E2FA75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70F5D9-92AA-4811-9A31-7D01322DC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FAD1AC-70D0-4461-86B5-331A1CDA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0393CD-E2A8-47CA-A696-2673149FF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1EEB93-FD09-4385-BD4E-B8F374FB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481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68E0C6-EF2C-42B7-94D7-10AC6168D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439F64-EAA5-41E6-B408-39FA3C57B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AC78FC-824C-4FF2-878C-99EF89F42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9227B6-09F3-47BA-84B6-AAC615988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923FDB-4E27-4FB3-8D5D-17D57D3F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678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C28EC1C-D6AF-473A-A947-8872EEACB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266547-AC28-4D7B-A846-BF084E217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F3F530-ECD3-48E1-8743-AABBA7EBD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C6D9C-1B15-4EDA-B89C-7CC3CBA76532}" type="datetimeFigureOut">
              <a:rPr lang="es-CO" smtClean="0"/>
              <a:t>15/10/2025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258942-9D94-40D4-B8A4-BAA319413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9F8176-2349-4C05-AEA1-99656296C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8853F-FD8F-4120-B114-2ACF50B37F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437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A5E5548-FB14-4C4E-9D7F-85059CD9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CICLO DE VIDA DE LOS OBJETOS</a:t>
            </a:r>
          </a:p>
        </p:txBody>
      </p:sp>
      <p:sp>
        <p:nvSpPr>
          <p:cNvPr id="47" name="Marcador de contenido 46">
            <a:extLst>
              <a:ext uri="{FF2B5EF4-FFF2-40B4-BE49-F238E27FC236}">
                <a16:creationId xmlns:a16="http://schemas.microsoft.com/office/drawing/2014/main" id="{FBB3A0FE-4F79-4721-87AA-C4EAC27CC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90069"/>
          </a:xfrm>
        </p:spPr>
        <p:txBody>
          <a:bodyPr/>
          <a:lstStyle/>
          <a:p>
            <a:r>
              <a:rPr lang="es-ES" dirty="0"/>
              <a:t>El </a:t>
            </a:r>
            <a:r>
              <a:rPr lang="es-ES" b="1" dirty="0"/>
              <a:t>ciclo de vida de los objetos</a:t>
            </a:r>
            <a:r>
              <a:rPr lang="es-ES" dirty="0"/>
              <a:t> en </a:t>
            </a:r>
            <a:r>
              <a:rPr lang="es-ES" b="1" dirty="0"/>
              <a:t>programación orientada a objetos (POO)</a:t>
            </a:r>
            <a:r>
              <a:rPr lang="es-ES" dirty="0"/>
              <a:t> se refiere a </a:t>
            </a:r>
            <a:r>
              <a:rPr lang="es-ES" b="1" dirty="0"/>
              <a:t>las etapas por las que pasa un objeto desde que se crea hasta que se destruye</a:t>
            </a:r>
            <a:r>
              <a:rPr lang="es-ES" dirty="0"/>
              <a:t> dentro de un programa.</a:t>
            </a:r>
          </a:p>
          <a:p>
            <a:pPr marL="0" indent="0">
              <a:buNone/>
            </a:pPr>
            <a:endParaRPr lang="es-CO" dirty="0"/>
          </a:p>
        </p:txBody>
      </p:sp>
      <p:graphicFrame>
        <p:nvGraphicFramePr>
          <p:cNvPr id="50" name="Diagrama 49">
            <a:extLst>
              <a:ext uri="{FF2B5EF4-FFF2-40B4-BE49-F238E27FC236}">
                <a16:creationId xmlns:a16="http://schemas.microsoft.com/office/drawing/2014/main" id="{9E195456-FF54-4E76-BDD0-31ED415992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6664791"/>
              </p:ext>
            </p:extLst>
          </p:nvPr>
        </p:nvGraphicFramePr>
        <p:xfrm>
          <a:off x="2506648" y="3132814"/>
          <a:ext cx="6271591" cy="27829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6708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B08D3-8801-49EC-8967-51C9AE14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000" b="0" i="0" u="none" strike="noStrike" baseline="0" dirty="0">
                <a:latin typeface="Verdana" panose="020B0604030504040204" pitchFamily="34" charset="0"/>
              </a:rPr>
              <a:t>Ciclo de Vida del Desarrollo de</a:t>
            </a:r>
            <a:br>
              <a:rPr lang="es-ES" sz="4000" b="0" i="0" u="none" strike="noStrike" baseline="0" dirty="0">
                <a:latin typeface="Verdana" panose="020B0604030504040204" pitchFamily="34" charset="0"/>
              </a:rPr>
            </a:br>
            <a:r>
              <a:rPr lang="es-CO" sz="4000" b="0" i="0" u="none" strike="noStrike" baseline="0" dirty="0">
                <a:latin typeface="Verdana" panose="020B0604030504040204" pitchFamily="34" charset="0"/>
              </a:rPr>
              <a:t>Sistemas</a:t>
            </a:r>
            <a:endParaRPr lang="es-CO" sz="4000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E5A4B4D-A688-479F-A0C5-2E73B54DD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4706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966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383EB-2BED-47A0-8C27-01EB828C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/>
              <a:t>PLANIFICACION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8889E1F-50C3-4FEB-A0AC-FECB03C40D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523226"/>
              </p:ext>
            </p:extLst>
          </p:nvPr>
        </p:nvGraphicFramePr>
        <p:xfrm>
          <a:off x="-664597" y="1253330"/>
          <a:ext cx="11613333" cy="545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064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40F472A-9185-420F-92E6-0910EC6B5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859457"/>
              </p:ext>
            </p:extLst>
          </p:nvPr>
        </p:nvGraphicFramePr>
        <p:xfrm>
          <a:off x="700580" y="600500"/>
          <a:ext cx="10425080" cy="4384392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606270">
                  <a:extLst>
                    <a:ext uri="{9D8B030D-6E8A-4147-A177-3AD203B41FA5}">
                      <a16:colId xmlns:a16="http://schemas.microsoft.com/office/drawing/2014/main" val="182176217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854760954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2375443312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2696615941"/>
                    </a:ext>
                  </a:extLst>
                </a:gridCol>
              </a:tblGrid>
              <a:tr h="634570">
                <a:tc>
                  <a:txBody>
                    <a:bodyPr/>
                    <a:lstStyle/>
                    <a:p>
                      <a:r>
                        <a:rPr lang="es-CO" sz="1800"/>
                        <a:t>Etapa de la planeación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Qué se hace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ES" sz="1800"/>
                        <a:t>Ejemplo en el sistema de ventas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Objetivo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353774024"/>
                  </a:ext>
                </a:extLst>
              </a:tr>
              <a:tr h="1178487">
                <a:tc>
                  <a:txBody>
                    <a:bodyPr/>
                    <a:lstStyle/>
                    <a:p>
                      <a:r>
                        <a:rPr lang="es-CO" sz="1800"/>
                        <a:t>Organizar personal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Asignar roles y responsabilidades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ES" sz="1800"/>
                        <a:t>Formar equipo con analista, programador, diseñador, jefe de proyecto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Distribuir tareas correctamente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6201569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s-CO" sz="1800"/>
                        <a:t>Dirigir y controlar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Supervisar y tomar decisiones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ES" sz="1800"/>
                        <a:t>Reuniones semanales para revisar avances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ES" sz="1800"/>
                        <a:t>Mantener el proyecto en orden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670073662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s-CO" sz="1800"/>
                        <a:t>Refinar estimaciones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Ajustar tiempos y costos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ES" sz="1800"/>
                        <a:t>Cambiar duración estimada de 3 a 4 meses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ES" sz="1800"/>
                        <a:t>Mejorar precisión de la planificación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12621351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s-CO" sz="1800"/>
                        <a:t>Seguimiento de tareas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Monitorear avances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Usar Trello o Project para ver tareas completadas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Controlar el progreso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522147281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s-CO" sz="1800"/>
                        <a:t>Coordinación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Integrar esfuerzos del equipo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ES" sz="1800"/>
                        <a:t>Alinear diseño, desarrollo y análisis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Asegurar coherencia y trabajo en equipo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9793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65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6709C-80CF-4FE7-AD7F-9EC910C5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ANALISIS DEL SISTEMAS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CA78FC5-2E3C-466A-8019-1192A0440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4055977"/>
              </p:ext>
            </p:extLst>
          </p:nvPr>
        </p:nvGraphicFramePr>
        <p:xfrm>
          <a:off x="-1836996" y="1324693"/>
          <a:ext cx="10515600" cy="5300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0614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0614F-8B4B-4D27-A838-07FB7E035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CARACTERISTICAS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18460ACC-22E4-4AF9-BF7B-516C18F055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435781"/>
              </p:ext>
            </p:extLst>
          </p:nvPr>
        </p:nvGraphicFramePr>
        <p:xfrm>
          <a:off x="1585623" y="1455651"/>
          <a:ext cx="9458739" cy="5120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109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7DB78-9BCB-4F5E-A252-BC745D00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REQUSITOS FUNCIONALES DEL SISTEMA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FC5A62C-C676-40B4-BE2D-32DCE5ABD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16065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103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539B3-B7F5-4EFC-9C90-B02BF719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REQUISITOS FUNCIONALES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EA8590D6-43B2-48BA-A880-41A93B04CB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0047456"/>
              </p:ext>
            </p:extLst>
          </p:nvPr>
        </p:nvGraphicFramePr>
        <p:xfrm>
          <a:off x="838199" y="1468962"/>
          <a:ext cx="9848353" cy="5210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204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85294-E9FE-421A-B4A5-6A393D6A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REQUISITOS NO  FUNCIONALES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5324D6E-00D2-4A02-B04F-B3D1B9EE30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3934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612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7C4A7-36FB-4413-B5F5-6BD915FD0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CARACTERISTICAS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CE5A155-8DBF-4D73-AC3A-0894F9F0F1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83528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5657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83A0D05-49DC-4A30-929E-0C8AE860235D}"/>
              </a:ext>
            </a:extLst>
          </p:cNvPr>
          <p:cNvSpPr/>
          <p:nvPr/>
        </p:nvSpPr>
        <p:spPr>
          <a:xfrm>
            <a:off x="365760" y="1820849"/>
            <a:ext cx="10607040" cy="238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FE2A6D-7D97-49DD-AAE2-A296E983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Diferencia entre requisitos funcionales y no funcionales</a:t>
            </a:r>
            <a:endParaRPr lang="es-CO" b="1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4ACD2BC-97FB-4084-8EAE-1A009AF37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0401"/>
              </p:ext>
            </p:extLst>
          </p:nvPr>
        </p:nvGraphicFramePr>
        <p:xfrm>
          <a:off x="623515" y="2112859"/>
          <a:ext cx="10515600" cy="1645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054590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75988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45234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/>
                        <a:t>Tipo de requisito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Responde a la pregunta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46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Funcional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¿Qué hace el sistema?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“Registrar usuarios” o “Generar reportes de ventas.”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903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No funcional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¿Cómo lo hace?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“El registro debe completarse en menos de 3 segundos.”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761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793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8426F93-9361-48C7-AD19-71A01CF2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DISEÑO PROXIMA CLASE INICIO DESARROLLO DEL ACA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D55D9155-29EE-4176-B614-72EFF8B54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316" y="1580494"/>
            <a:ext cx="7951305" cy="5005063"/>
          </a:xfrm>
        </p:spPr>
      </p:pic>
    </p:spTree>
    <p:extLst>
      <p:ext uri="{BB962C8B-B14F-4D97-AF65-F5344CB8AC3E}">
        <p14:creationId xmlns:p14="http://schemas.microsoft.com/office/powerpoint/2010/main" val="160610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9AF45-BF57-4C46-A163-CF25F8C0E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EBD39F-B040-4023-9F32-7943C99CF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7965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408</Words>
  <Application>Microsoft Office PowerPoint</Application>
  <PresentationFormat>Panorámica</PresentationFormat>
  <Paragraphs>75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Verdana</vt:lpstr>
      <vt:lpstr>Tema de Office</vt:lpstr>
      <vt:lpstr>CICLO DE VIDA DE LOS OBJETOS</vt:lpstr>
      <vt:lpstr>Ciclo de Vida del Desarrollo de Sistemas</vt:lpstr>
      <vt:lpstr>PLANIFICACION</vt:lpstr>
      <vt:lpstr>Presentación de PowerPoint</vt:lpstr>
      <vt:lpstr>ANALISIS DEL SISTEMAS</vt:lpstr>
      <vt:lpstr>CARACTERISTICAS</vt:lpstr>
      <vt:lpstr>REQUSITOS FUNCIONALES DEL SISTEMA</vt:lpstr>
      <vt:lpstr>REQUISITOS FUNCIONALES</vt:lpstr>
      <vt:lpstr>REQUISITOS NO  FUNCIONALES</vt:lpstr>
      <vt:lpstr>CARACTERISTICAS</vt:lpstr>
      <vt:lpstr>Diferencia entre requisitos funcionales y no funcionales</vt:lpstr>
      <vt:lpstr>DISEÑO PROXIMA CLASE INICIO DESARROLLO DEL ACA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CICLO DE VIDA DE LOS OBJETOS</dc:title>
  <dc:creator>Deily Rozo</dc:creator>
  <cp:lastModifiedBy>Deily Rozo</cp:lastModifiedBy>
  <cp:revision>17</cp:revision>
  <dcterms:created xsi:type="dcterms:W3CDTF">2025-10-14T16:30:17Z</dcterms:created>
  <dcterms:modified xsi:type="dcterms:W3CDTF">2025-10-16T12:11:16Z</dcterms:modified>
</cp:coreProperties>
</file>